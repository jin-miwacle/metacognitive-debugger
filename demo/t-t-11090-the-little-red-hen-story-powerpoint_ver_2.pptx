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60" r:id="rId1"/>
    <p:sldMasterId id="2147483672" r:id="rId2"/>
  </p:sldMasterIdLst>
  <p:notesMasterIdLst>
    <p:notesMasterId r:id="rId32"/>
  </p:notesMasterIdLst>
  <p:handoutMasterIdLst>
    <p:handoutMasterId r:id="rId33"/>
  </p:handoutMasterIdLst>
  <p:sldIdLst>
    <p:sldId id="268" r:id="rId3"/>
    <p:sldId id="264" r:id="rId4"/>
    <p:sldId id="271" r:id="rId5"/>
    <p:sldId id="272" r:id="rId6"/>
    <p:sldId id="273" r:id="rId7"/>
    <p:sldId id="274" r:id="rId8"/>
    <p:sldId id="275" r:id="rId9"/>
    <p:sldId id="276" r:id="rId10"/>
    <p:sldId id="277" r:id="rId11"/>
    <p:sldId id="278" r:id="rId12"/>
    <p:sldId id="282" r:id="rId13"/>
    <p:sldId id="279" r:id="rId14"/>
    <p:sldId id="280" r:id="rId15"/>
    <p:sldId id="283" r:id="rId16"/>
    <p:sldId id="281" r:id="rId17"/>
    <p:sldId id="284" r:id="rId18"/>
    <p:sldId id="285" r:id="rId19"/>
    <p:sldId id="286" r:id="rId20"/>
    <p:sldId id="287" r:id="rId21"/>
    <p:sldId id="288" r:id="rId22"/>
    <p:sldId id="290" r:id="rId23"/>
    <p:sldId id="291" r:id="rId24"/>
    <p:sldId id="292" r:id="rId25"/>
    <p:sldId id="293" r:id="rId26"/>
    <p:sldId id="295" r:id="rId27"/>
    <p:sldId id="296" r:id="rId28"/>
    <p:sldId id="297" r:id="rId29"/>
    <p:sldId id="298" r:id="rId30"/>
    <p:sldId id="270" r:id="rId31"/>
  </p:sldIdLst>
  <p:sldSz cx="9144000" cy="6858000" type="screen4x3"/>
  <p:notesSz cx="6858000" cy="9144000"/>
  <p:embeddedFontLst>
    <p:embeddedFont>
      <p:font typeface="Calibri" panose="020F0502020204030204" pitchFamily="34" charset="0"/>
      <p:regular r:id="rId34"/>
      <p:bold r:id="rId35"/>
      <p:italic r:id="rId36"/>
      <p:boldItalic r:id="rId37"/>
    </p:embeddedFont>
    <p:embeddedFont>
      <p:font typeface="Roboto" panose="02000000000000000000" pitchFamily="2" charset="0"/>
      <p:regular r:id="rId38"/>
      <p:bold r:id="rId39"/>
      <p:italic r:id="rId40"/>
      <p:boldItalic r:id="rId41"/>
    </p:embeddedFont>
    <p:embeddedFont>
      <p:font typeface="Twinkl" panose="02000000000000000000" pitchFamily="2" charset="0"/>
      <p:regular r:id="rId42"/>
      <p:bold r:id="rId4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83" userDrawn="1">
          <p15:clr>
            <a:srgbClr val="A4A3A4"/>
          </p15:clr>
        </p15:guide>
        <p15:guide id="2" pos="2880" userDrawn="1">
          <p15:clr>
            <a:srgbClr val="A4A3A4"/>
          </p15:clr>
        </p15:guide>
        <p15:guide id="4" pos="340" userDrawn="1">
          <p15:clr>
            <a:srgbClr val="A4A3A4"/>
          </p15:clr>
        </p15:guide>
        <p15:guide id="5" orient="horz" pos="3974" userDrawn="1">
          <p15:clr>
            <a:srgbClr val="A4A3A4"/>
          </p15:clr>
        </p15:guide>
        <p15:guide id="6" pos="5420" userDrawn="1">
          <p15:clr>
            <a:srgbClr val="A4A3A4"/>
          </p15:clr>
        </p15:guide>
        <p15:guide id="7" orient="horz" pos="346" userDrawn="1">
          <p15:clr>
            <a:srgbClr val="A4A3A4"/>
          </p15:clr>
        </p15:guide>
        <p15:guide id="8" pos="476" userDrawn="1">
          <p15:clr>
            <a:srgbClr val="A4A3A4"/>
          </p15:clr>
        </p15:guide>
        <p15:guide id="9" orient="horz" pos="482" userDrawn="1">
          <p15:clr>
            <a:srgbClr val="A4A3A4"/>
          </p15:clr>
        </p15:guide>
        <p15:guide id="10" orient="horz" pos="3838" userDrawn="1">
          <p15:clr>
            <a:srgbClr val="A4A3A4"/>
          </p15:clr>
        </p15:guide>
        <p15:guide id="11" pos="5284"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AE7A52"/>
    <a:srgbClr val="AED479"/>
    <a:srgbClr val="DEDACA"/>
    <a:srgbClr val="FDC68A"/>
    <a:srgbClr val="9C815B"/>
    <a:srgbClr val="C0A681"/>
    <a:srgbClr val="F5CE62"/>
    <a:srgbClr val="9DDCF9"/>
    <a:srgbClr val="76893A"/>
    <a:srgbClr val="21A6F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showGuides="1">
      <p:cViewPr varScale="1">
        <p:scale>
          <a:sx n="163" d="100"/>
          <a:sy n="163" d="100"/>
        </p:scale>
        <p:origin x="1710" y="138"/>
      </p:cViewPr>
      <p:guideLst>
        <p:guide orient="horz" pos="2183"/>
        <p:guide pos="2880"/>
        <p:guide pos="340"/>
        <p:guide orient="horz" pos="3974"/>
        <p:guide pos="5420"/>
        <p:guide orient="horz" pos="346"/>
        <p:guide pos="476"/>
        <p:guide orient="horz" pos="482"/>
        <p:guide orient="horz" pos="3838"/>
        <p:guide pos="5284"/>
      </p:guideLst>
    </p:cSldViewPr>
  </p:slideViewPr>
  <p:notesTextViewPr>
    <p:cViewPr>
      <p:scale>
        <a:sx n="3" d="2"/>
        <a:sy n="3" d="2"/>
      </p:scale>
      <p:origin x="0" y="0"/>
    </p:cViewPr>
  </p:notesTextViewPr>
  <p:notesViewPr>
    <p:cSldViewPr snapToGrid="0" showGuides="1">
      <p:cViewPr varScale="1">
        <p:scale>
          <a:sx n="58" d="100"/>
          <a:sy n="58" d="100"/>
        </p:scale>
        <p:origin x="1962" y="90"/>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font" Target="fonts/font6.fntdata"/><Relationship Id="rId21" Type="http://schemas.openxmlformats.org/officeDocument/2006/relationships/slide" Target="slides/slide19.xml"/><Relationship Id="rId34" Type="http://schemas.openxmlformats.org/officeDocument/2006/relationships/font" Target="fonts/font1.fntdata"/><Relationship Id="rId42" Type="http://schemas.openxmlformats.org/officeDocument/2006/relationships/font" Target="fonts/font9.fntdata"/><Relationship Id="rId47" Type="http://schemas.openxmlformats.org/officeDocument/2006/relationships/tableStyles" Target="tableStyle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notesMaster" Target="notesMasters/notesMaster1.xml"/><Relationship Id="rId37" Type="http://schemas.openxmlformats.org/officeDocument/2006/relationships/font" Target="fonts/font4.fntdata"/><Relationship Id="rId40" Type="http://schemas.openxmlformats.org/officeDocument/2006/relationships/font" Target="fonts/font7.fntdata"/><Relationship Id="rId45" Type="http://schemas.openxmlformats.org/officeDocument/2006/relationships/viewProps" Target="view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font" Target="fonts/font3.fntdata"/><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presProps" Target="pres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font" Target="fonts/font2.fntdata"/><Relationship Id="rId43" Type="http://schemas.openxmlformats.org/officeDocument/2006/relationships/font" Target="fonts/font10.fntdata"/><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handoutMaster" Target="handoutMasters/handoutMaster1.xml"/><Relationship Id="rId38" Type="http://schemas.openxmlformats.org/officeDocument/2006/relationships/font" Target="fonts/font5.fntdata"/><Relationship Id="rId46" Type="http://schemas.openxmlformats.org/officeDocument/2006/relationships/theme" Target="theme/theme1.xml"/><Relationship Id="rId20" Type="http://schemas.openxmlformats.org/officeDocument/2006/relationships/slide" Target="slides/slide18.xml"/><Relationship Id="rId41" Type="http://schemas.openxmlformats.org/officeDocument/2006/relationships/font" Target="fonts/font8.fntdata"/></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6B34F151-63AC-41CE-96F5-7702E930870C}" type="datetimeFigureOut">
              <a:rPr lang="en-GB" smtClean="0"/>
              <a:t>14/06/2022</a:t>
            </a:fld>
            <a:endParaRPr lang="en-GB"/>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2676B846-B279-40AC-BFF5-DBC4013370C2}" type="slidenum">
              <a:rPr lang="en-GB" smtClean="0"/>
              <a:t>‹#›</a:t>
            </a:fld>
            <a:endParaRPr lang="en-GB"/>
          </a:p>
        </p:txBody>
      </p:sp>
    </p:spTree>
    <p:extLst>
      <p:ext uri="{BB962C8B-B14F-4D97-AF65-F5344CB8AC3E}">
        <p14:creationId xmlns:p14="http://schemas.microsoft.com/office/powerpoint/2010/main" val="264539701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D02C5D1-7818-41B5-ABAD-5E4B38A5388F}" type="datetimeFigureOut">
              <a:rPr lang="en-GB" smtClean="0"/>
              <a:t>14/06/2022</a:t>
            </a:fld>
            <a:endParaRPr lang="en-GB"/>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A521341-850D-40E1-BB3D-87946DC9B06D}" type="slidenum">
              <a:rPr lang="en-GB" smtClean="0"/>
              <a:t>‹#›</a:t>
            </a:fld>
            <a:endParaRPr lang="en-GB"/>
          </a:p>
        </p:txBody>
      </p:sp>
    </p:spTree>
    <p:extLst>
      <p:ext uri="{BB962C8B-B14F-4D97-AF65-F5344CB8AC3E}">
        <p14:creationId xmlns:p14="http://schemas.microsoft.com/office/powerpoint/2010/main" val="84704876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hyperlink" Target="https://www.twinkl.co.uk/" TargetMode="External"/><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hyperlink" Target="https://www.twinkl.co.uk/" TargetMode="External"/><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image" Target="../media/image4.png"/><Relationship Id="rId1" Type="http://schemas.openxmlformats.org/officeDocument/2006/relationships/slideMaster" Target="../slideMasters/slideMaster2.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2" name="Rectangle 1">
            <a:hlinkClick r:id="rId3"/>
          </p:cNvPr>
          <p:cNvSpPr/>
          <p:nvPr userDrawn="1"/>
        </p:nvSpPr>
        <p:spPr>
          <a:xfrm>
            <a:off x="197427" y="6070255"/>
            <a:ext cx="868680" cy="55302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53704075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5" name="Rounded Rectangle 4"/>
          <p:cNvSpPr/>
          <p:nvPr userDrawn="1"/>
        </p:nvSpPr>
        <p:spPr bwMode="auto">
          <a:xfrm>
            <a:off x="457198" y="438151"/>
            <a:ext cx="8220075" cy="5957887"/>
          </a:xfrm>
          <a:prstGeom prst="roundRect">
            <a:avLst>
              <a:gd name="adj" fmla="val 2649"/>
            </a:avLst>
          </a:prstGeom>
          <a:solidFill>
            <a:schemeClr val="bg1"/>
          </a:solidFill>
          <a:ln w="25400" cap="rnd">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GB" sz="1350" dirty="0">
                <a:latin typeface="Twinkl" pitchFamily="50" charset="0"/>
              </a:rPr>
              <a:t> </a:t>
            </a:r>
          </a:p>
        </p:txBody>
      </p:sp>
      <p:sp>
        <p:nvSpPr>
          <p:cNvPr id="8" name="Title 5"/>
          <p:cNvSpPr>
            <a:spLocks noGrp="1"/>
          </p:cNvSpPr>
          <p:nvPr>
            <p:ph type="title"/>
          </p:nvPr>
        </p:nvSpPr>
        <p:spPr>
          <a:xfrm>
            <a:off x="457198" y="438151"/>
            <a:ext cx="8220075" cy="994306"/>
          </a:xfrm>
          <a:prstGeom prst="roundRect">
            <a:avLst>
              <a:gd name="adj" fmla="val 9641"/>
            </a:avLst>
          </a:prstGeom>
        </p:spPr>
        <p:txBody>
          <a:bodyPr>
            <a:noAutofit/>
          </a:bodyPr>
          <a:lstStyle>
            <a:lvl1pPr>
              <a:defRPr sz="3600">
                <a:latin typeface="Twinkl" pitchFamily="2" charset="0"/>
              </a:defRPr>
            </a:lvl1pPr>
          </a:lstStyle>
          <a:p>
            <a:r>
              <a:rPr lang="en-US"/>
              <a:t>Click to edit Master title style</a:t>
            </a:r>
            <a:endParaRPr lang="en-GB" dirty="0"/>
          </a:p>
        </p:txBody>
      </p:sp>
    </p:spTree>
    <p:extLst>
      <p:ext uri="{BB962C8B-B14F-4D97-AF65-F5344CB8AC3E}">
        <p14:creationId xmlns:p14="http://schemas.microsoft.com/office/powerpoint/2010/main" val="26107948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Aims Slide">
    <p:spTree>
      <p:nvGrpSpPr>
        <p:cNvPr id="1" name=""/>
        <p:cNvGrpSpPr/>
        <p:nvPr/>
      </p:nvGrpSpPr>
      <p:grpSpPr>
        <a:xfrm>
          <a:off x="0" y="0"/>
          <a:ext cx="0" cy="0"/>
          <a:chOff x="0" y="0"/>
          <a:chExt cx="0" cy="0"/>
        </a:xfrm>
      </p:grpSpPr>
      <p:sp>
        <p:nvSpPr>
          <p:cNvPr id="2" name="Rounded Rectangle 24">
            <a:extLst>
              <a:ext uri="{FF2B5EF4-FFF2-40B4-BE49-F238E27FC236}">
                <a16:creationId xmlns:a16="http://schemas.microsoft.com/office/drawing/2014/main" id="{D00ECC8E-1AC3-4E6C-A19B-0A141ABB9071}"/>
              </a:ext>
            </a:extLst>
          </p:cNvPr>
          <p:cNvSpPr/>
          <p:nvPr userDrawn="1"/>
        </p:nvSpPr>
        <p:spPr bwMode="auto">
          <a:xfrm>
            <a:off x="503239" y="2930434"/>
            <a:ext cx="8137524" cy="3414803"/>
          </a:xfrm>
          <a:prstGeom prst="roundRect">
            <a:avLst>
              <a:gd name="adj" fmla="val 6409"/>
            </a:avLst>
          </a:prstGeom>
          <a:solidFill>
            <a:srgbClr val="FFF9E7"/>
          </a:solidFill>
          <a:ln w="25400" cap="rnd">
            <a:solidFill>
              <a:srgbClr val="FEFBDA"/>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GB" sz="1350" dirty="0">
                <a:latin typeface="Twinkl" pitchFamily="50" charset="0"/>
              </a:rPr>
              <a:t> </a:t>
            </a:r>
          </a:p>
        </p:txBody>
      </p:sp>
      <p:sp>
        <p:nvSpPr>
          <p:cNvPr id="3" name="Rounded Rectangle 23">
            <a:extLst>
              <a:ext uri="{FF2B5EF4-FFF2-40B4-BE49-F238E27FC236}">
                <a16:creationId xmlns:a16="http://schemas.microsoft.com/office/drawing/2014/main" id="{D34100E7-28EA-4EB7-A437-37BB3EE7034D}"/>
              </a:ext>
            </a:extLst>
          </p:cNvPr>
          <p:cNvSpPr/>
          <p:nvPr userDrawn="1"/>
        </p:nvSpPr>
        <p:spPr bwMode="auto">
          <a:xfrm>
            <a:off x="503239" y="512763"/>
            <a:ext cx="8137524" cy="2193019"/>
          </a:xfrm>
          <a:prstGeom prst="roundRect">
            <a:avLst>
              <a:gd name="adj" fmla="val 6409"/>
            </a:avLst>
          </a:prstGeom>
          <a:solidFill>
            <a:srgbClr val="FFF9E7"/>
          </a:solidFill>
          <a:ln w="25400" cap="rnd">
            <a:solidFill>
              <a:srgbClr val="FEFBDA"/>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GB" sz="1350" dirty="0">
                <a:latin typeface="Twinkl" pitchFamily="50" charset="0"/>
              </a:rPr>
              <a:t> </a:t>
            </a:r>
          </a:p>
        </p:txBody>
      </p:sp>
      <p:sp>
        <p:nvSpPr>
          <p:cNvPr id="12" name="Text Placeholder 9">
            <a:extLst>
              <a:ext uri="{FF2B5EF4-FFF2-40B4-BE49-F238E27FC236}">
                <a16:creationId xmlns:a16="http://schemas.microsoft.com/office/drawing/2014/main" id="{BAFFD08E-D8F1-4950-9C0C-AB7477306E53}"/>
              </a:ext>
            </a:extLst>
          </p:cNvPr>
          <p:cNvSpPr>
            <a:spLocks noGrp="1"/>
          </p:cNvSpPr>
          <p:nvPr>
            <p:ph type="body" sz="quarter" idx="10" hasCustomPrompt="1"/>
          </p:nvPr>
        </p:nvSpPr>
        <p:spPr>
          <a:xfrm>
            <a:off x="755651" y="1037017"/>
            <a:ext cx="7632699" cy="1469216"/>
          </a:xfrm>
          <a:prstGeom prst="roundRect">
            <a:avLst>
              <a:gd name="adj" fmla="val 2585"/>
            </a:avLst>
          </a:prstGeom>
        </p:spPr>
        <p:txBody>
          <a:bodyPr>
            <a:spAutoFit/>
          </a:bodyPr>
          <a:lstStyle>
            <a:lvl1pPr>
              <a:defRPr/>
            </a:lvl1pPr>
          </a:lstStyle>
          <a:p>
            <a:r>
              <a:rPr lang="en-GB" dirty="0">
                <a:latin typeface="Twinkl" pitchFamily="50" charset="0"/>
              </a:rPr>
              <a:t>Statement 1 Lorem ipsum </a:t>
            </a:r>
            <a:r>
              <a:rPr lang="en-GB" dirty="0" err="1">
                <a:latin typeface="Twinkl" pitchFamily="50" charset="0"/>
              </a:rPr>
              <a:t>dolor</a:t>
            </a:r>
            <a:r>
              <a:rPr lang="en-GB" dirty="0">
                <a:latin typeface="Twinkl" pitchFamily="50" charset="0"/>
              </a:rPr>
              <a:t> sit </a:t>
            </a:r>
            <a:r>
              <a:rPr lang="en-GB" dirty="0" err="1">
                <a:latin typeface="Twinkl" pitchFamily="50" charset="0"/>
              </a:rPr>
              <a:t>amet</a:t>
            </a:r>
            <a:r>
              <a:rPr lang="en-GB" dirty="0">
                <a:latin typeface="Twinkl" pitchFamily="50" charset="0"/>
              </a:rPr>
              <a:t>, </a:t>
            </a:r>
            <a:r>
              <a:rPr lang="en-GB" dirty="0" err="1">
                <a:latin typeface="Twinkl" pitchFamily="50" charset="0"/>
              </a:rPr>
              <a:t>consectetur</a:t>
            </a:r>
            <a:r>
              <a:rPr lang="en-GB" dirty="0">
                <a:latin typeface="Twinkl" pitchFamily="50" charset="0"/>
              </a:rPr>
              <a:t> </a:t>
            </a:r>
            <a:r>
              <a:rPr lang="en-GB" dirty="0" err="1">
                <a:latin typeface="Twinkl" pitchFamily="50" charset="0"/>
              </a:rPr>
              <a:t>adipiscing</a:t>
            </a:r>
            <a:r>
              <a:rPr lang="en-GB" dirty="0">
                <a:latin typeface="Twinkl" pitchFamily="50" charset="0"/>
              </a:rPr>
              <a:t> </a:t>
            </a:r>
            <a:r>
              <a:rPr lang="en-GB" dirty="0" err="1">
                <a:latin typeface="Twinkl" pitchFamily="50" charset="0"/>
              </a:rPr>
              <a:t>elit</a:t>
            </a:r>
            <a:r>
              <a:rPr lang="en-GB" dirty="0">
                <a:latin typeface="Twinkl" pitchFamily="50" charset="0"/>
              </a:rPr>
              <a:t>.</a:t>
            </a:r>
          </a:p>
          <a:p>
            <a:r>
              <a:rPr lang="en-GB" dirty="0">
                <a:latin typeface="Twinkl" pitchFamily="50" charset="0"/>
              </a:rPr>
              <a:t>Statement 2</a:t>
            </a:r>
          </a:p>
          <a:p>
            <a:pPr lvl="1"/>
            <a:r>
              <a:rPr lang="en-GB" sz="1800" dirty="0">
                <a:latin typeface="Twinkl" pitchFamily="50" charset="0"/>
              </a:rPr>
              <a:t>Sub statement</a:t>
            </a:r>
          </a:p>
        </p:txBody>
      </p:sp>
      <p:sp>
        <p:nvSpPr>
          <p:cNvPr id="13" name="Text Placeholder 9">
            <a:extLst>
              <a:ext uri="{FF2B5EF4-FFF2-40B4-BE49-F238E27FC236}">
                <a16:creationId xmlns:a16="http://schemas.microsoft.com/office/drawing/2014/main" id="{D99DBCE3-B6AA-4708-994C-5096C6F0D38E}"/>
              </a:ext>
            </a:extLst>
          </p:cNvPr>
          <p:cNvSpPr>
            <a:spLocks noGrp="1"/>
          </p:cNvSpPr>
          <p:nvPr>
            <p:ph type="body" sz="quarter" idx="11" hasCustomPrompt="1"/>
          </p:nvPr>
        </p:nvSpPr>
        <p:spPr>
          <a:xfrm>
            <a:off x="755651" y="3445623"/>
            <a:ext cx="7632699" cy="1469216"/>
          </a:xfrm>
          <a:prstGeom prst="roundRect">
            <a:avLst>
              <a:gd name="adj" fmla="val 2585"/>
            </a:avLst>
          </a:prstGeom>
        </p:spPr>
        <p:txBody>
          <a:bodyPr>
            <a:spAutoFit/>
          </a:bodyPr>
          <a:lstStyle>
            <a:lvl1pPr>
              <a:defRPr/>
            </a:lvl1pPr>
          </a:lstStyle>
          <a:p>
            <a:r>
              <a:rPr lang="en-GB" dirty="0">
                <a:latin typeface="Twinkl" pitchFamily="50" charset="0"/>
              </a:rPr>
              <a:t>Statement 1 Lorem ipsum </a:t>
            </a:r>
            <a:r>
              <a:rPr lang="en-GB" dirty="0" err="1">
                <a:latin typeface="Twinkl" pitchFamily="50" charset="0"/>
              </a:rPr>
              <a:t>dolor</a:t>
            </a:r>
            <a:r>
              <a:rPr lang="en-GB" dirty="0">
                <a:latin typeface="Twinkl" pitchFamily="50" charset="0"/>
              </a:rPr>
              <a:t> sit </a:t>
            </a:r>
            <a:r>
              <a:rPr lang="en-GB" dirty="0" err="1">
                <a:latin typeface="Twinkl" pitchFamily="50" charset="0"/>
              </a:rPr>
              <a:t>amet</a:t>
            </a:r>
            <a:r>
              <a:rPr lang="en-GB" dirty="0">
                <a:latin typeface="Twinkl" pitchFamily="50" charset="0"/>
              </a:rPr>
              <a:t>, </a:t>
            </a:r>
            <a:r>
              <a:rPr lang="en-GB" dirty="0" err="1">
                <a:latin typeface="Twinkl" pitchFamily="50" charset="0"/>
              </a:rPr>
              <a:t>consectetur</a:t>
            </a:r>
            <a:r>
              <a:rPr lang="en-GB" dirty="0">
                <a:latin typeface="Twinkl" pitchFamily="50" charset="0"/>
              </a:rPr>
              <a:t> </a:t>
            </a:r>
            <a:r>
              <a:rPr lang="en-GB" dirty="0" err="1">
                <a:latin typeface="Twinkl" pitchFamily="50" charset="0"/>
              </a:rPr>
              <a:t>adipiscing</a:t>
            </a:r>
            <a:r>
              <a:rPr lang="en-GB" dirty="0">
                <a:latin typeface="Twinkl" pitchFamily="50" charset="0"/>
              </a:rPr>
              <a:t> </a:t>
            </a:r>
            <a:r>
              <a:rPr lang="en-GB" dirty="0" err="1">
                <a:latin typeface="Twinkl" pitchFamily="50" charset="0"/>
              </a:rPr>
              <a:t>elit</a:t>
            </a:r>
            <a:r>
              <a:rPr lang="en-GB" dirty="0">
                <a:latin typeface="Twinkl" pitchFamily="50" charset="0"/>
              </a:rPr>
              <a:t>.</a:t>
            </a:r>
          </a:p>
          <a:p>
            <a:r>
              <a:rPr lang="en-GB" dirty="0">
                <a:latin typeface="Twinkl" pitchFamily="50" charset="0"/>
              </a:rPr>
              <a:t>Statement 2</a:t>
            </a:r>
          </a:p>
          <a:p>
            <a:pPr lvl="1"/>
            <a:r>
              <a:rPr lang="en-GB" sz="1800" dirty="0">
                <a:latin typeface="Twinkl" pitchFamily="50" charset="0"/>
              </a:rPr>
              <a:t>Sub statement</a:t>
            </a:r>
          </a:p>
        </p:txBody>
      </p:sp>
      <p:sp>
        <p:nvSpPr>
          <p:cNvPr id="15" name="Text Placeholder 8">
            <a:extLst>
              <a:ext uri="{FF2B5EF4-FFF2-40B4-BE49-F238E27FC236}">
                <a16:creationId xmlns:a16="http://schemas.microsoft.com/office/drawing/2014/main" id="{E9191366-6C10-435F-A2F8-6CBD1318FD96}"/>
              </a:ext>
            </a:extLst>
          </p:cNvPr>
          <p:cNvSpPr>
            <a:spLocks noGrp="1"/>
          </p:cNvSpPr>
          <p:nvPr>
            <p:ph type="body" sz="quarter" idx="12" hasCustomPrompt="1"/>
          </p:nvPr>
        </p:nvSpPr>
        <p:spPr>
          <a:xfrm>
            <a:off x="755650" y="512763"/>
            <a:ext cx="7632700" cy="503237"/>
          </a:xfrm>
          <a:prstGeom prst="roundRect">
            <a:avLst>
              <a:gd name="adj" fmla="val 2585"/>
            </a:avLst>
          </a:prstGeom>
        </p:spPr>
        <p:txBody>
          <a:bodyPr lIns="0" tIns="252000" rIns="0" bIns="0" anchor="ctr" anchorCtr="0">
            <a:noAutofit/>
          </a:bodyPr>
          <a:lstStyle>
            <a:lvl1pPr marL="0" indent="0" algn="ctr">
              <a:buNone/>
              <a:defRPr sz="3600" b="1"/>
            </a:lvl1pPr>
          </a:lstStyle>
          <a:p>
            <a:pPr lvl="0"/>
            <a:r>
              <a:rPr lang="en-US" dirty="0"/>
              <a:t>Aim</a:t>
            </a:r>
            <a:endParaRPr lang="en-GB" dirty="0"/>
          </a:p>
        </p:txBody>
      </p:sp>
      <p:sp>
        <p:nvSpPr>
          <p:cNvPr id="17" name="Text Placeholder 8">
            <a:extLst>
              <a:ext uri="{FF2B5EF4-FFF2-40B4-BE49-F238E27FC236}">
                <a16:creationId xmlns:a16="http://schemas.microsoft.com/office/drawing/2014/main" id="{6758EDAF-8492-4BF5-93A1-EA11C5D83003}"/>
              </a:ext>
            </a:extLst>
          </p:cNvPr>
          <p:cNvSpPr>
            <a:spLocks noGrp="1"/>
          </p:cNvSpPr>
          <p:nvPr>
            <p:ph type="body" sz="quarter" idx="13" hasCustomPrompt="1"/>
          </p:nvPr>
        </p:nvSpPr>
        <p:spPr>
          <a:xfrm>
            <a:off x="755649" y="2930434"/>
            <a:ext cx="7632700" cy="503237"/>
          </a:xfrm>
          <a:prstGeom prst="roundRect">
            <a:avLst>
              <a:gd name="adj" fmla="val 2585"/>
            </a:avLst>
          </a:prstGeom>
        </p:spPr>
        <p:txBody>
          <a:bodyPr lIns="0" tIns="252000" rIns="0" bIns="0" anchor="ctr" anchorCtr="0">
            <a:noAutofit/>
          </a:bodyPr>
          <a:lstStyle>
            <a:lvl1pPr marL="0" indent="0" algn="ctr">
              <a:buNone/>
              <a:defRPr sz="3600" b="1"/>
            </a:lvl1pPr>
          </a:lstStyle>
          <a:p>
            <a:pPr lvl="0"/>
            <a:r>
              <a:rPr lang="en-US" dirty="0"/>
              <a:t>Success Criteria</a:t>
            </a:r>
            <a:endParaRPr lang="en-GB" dirty="0"/>
          </a:p>
        </p:txBody>
      </p:sp>
    </p:spTree>
    <p:extLst>
      <p:ext uri="{BB962C8B-B14F-4D97-AF65-F5344CB8AC3E}">
        <p14:creationId xmlns:p14="http://schemas.microsoft.com/office/powerpoint/2010/main" val="2257523209"/>
      </p:ext>
    </p:extLst>
  </p:cSld>
  <p:clrMapOvr>
    <a:masterClrMapping/>
  </p:clrMapOvr>
  <p:extLst>
    <p:ext uri="{DCECCB84-F9BA-43D5-87BE-67443E8EF086}">
      <p15:sldGuideLst xmlns:p15="http://schemas.microsoft.com/office/powerpoint/2012/main">
        <p15:guide id="1" orient="horz" pos="640" userDrawn="1">
          <p15:clr>
            <a:srgbClr val="F26B43"/>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End Slide">
    <p:bg>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4" name="Rectangle 3">
            <a:hlinkClick r:id="rId3"/>
          </p:cNvPr>
          <p:cNvSpPr/>
          <p:nvPr userDrawn="1"/>
        </p:nvSpPr>
        <p:spPr>
          <a:xfrm>
            <a:off x="255616" y="6053630"/>
            <a:ext cx="868680" cy="55302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6819737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Audio/Video Disclaimer">
    <p:spTree>
      <p:nvGrpSpPr>
        <p:cNvPr id="1" name=""/>
        <p:cNvGrpSpPr/>
        <p:nvPr/>
      </p:nvGrpSpPr>
      <p:grpSpPr>
        <a:xfrm>
          <a:off x="0" y="0"/>
          <a:ext cx="0" cy="0"/>
          <a:chOff x="0" y="0"/>
          <a:chExt cx="0" cy="0"/>
        </a:xfrm>
      </p:grpSpPr>
      <p:sp>
        <p:nvSpPr>
          <p:cNvPr id="5" name="Rounded Rectangle 4"/>
          <p:cNvSpPr/>
          <p:nvPr userDrawn="1"/>
        </p:nvSpPr>
        <p:spPr bwMode="auto">
          <a:xfrm>
            <a:off x="457198" y="438151"/>
            <a:ext cx="8220075" cy="5957887"/>
          </a:xfrm>
          <a:prstGeom prst="roundRect">
            <a:avLst>
              <a:gd name="adj" fmla="val 2649"/>
            </a:avLst>
          </a:prstGeom>
          <a:solidFill>
            <a:schemeClr val="bg1"/>
          </a:solidFill>
          <a:ln w="25400" cap="rnd">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GB" sz="1350" dirty="0">
                <a:latin typeface="Twinkl" pitchFamily="50" charset="0"/>
              </a:rPr>
              <a:t> </a:t>
            </a:r>
          </a:p>
        </p:txBody>
      </p:sp>
      <p:sp>
        <p:nvSpPr>
          <p:cNvPr id="7" name="Rectangle 6">
            <a:extLst>
              <a:ext uri="{FF2B5EF4-FFF2-40B4-BE49-F238E27FC236}">
                <a16:creationId xmlns:a16="http://schemas.microsoft.com/office/drawing/2014/main" id="{FFC63B62-F6F8-4A70-935A-0CBCE04C051B}"/>
              </a:ext>
            </a:extLst>
          </p:cNvPr>
          <p:cNvSpPr/>
          <p:nvPr userDrawn="1"/>
        </p:nvSpPr>
        <p:spPr>
          <a:xfrm>
            <a:off x="755650" y="2209045"/>
            <a:ext cx="2382662" cy="3604671"/>
          </a:xfrm>
          <a:prstGeom prst="rect">
            <a:avLst/>
          </a:prstGeom>
          <a:solidFill>
            <a:srgbClr val="ACDD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00"/>
          </a:p>
        </p:txBody>
      </p:sp>
      <p:sp>
        <p:nvSpPr>
          <p:cNvPr id="9" name="Rectangle 8">
            <a:extLst>
              <a:ext uri="{FF2B5EF4-FFF2-40B4-BE49-F238E27FC236}">
                <a16:creationId xmlns:a16="http://schemas.microsoft.com/office/drawing/2014/main" id="{F19AD57E-3485-41E5-86B7-DD796C8FF6EE}"/>
              </a:ext>
            </a:extLst>
          </p:cNvPr>
          <p:cNvSpPr/>
          <p:nvPr userDrawn="1"/>
        </p:nvSpPr>
        <p:spPr>
          <a:xfrm>
            <a:off x="3380669" y="2209045"/>
            <a:ext cx="2382662" cy="3604671"/>
          </a:xfrm>
          <a:prstGeom prst="rect">
            <a:avLst/>
          </a:prstGeom>
          <a:solidFill>
            <a:srgbClr val="ACDD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00"/>
          </a:p>
        </p:txBody>
      </p:sp>
      <p:sp>
        <p:nvSpPr>
          <p:cNvPr id="10" name="Rectangle 9">
            <a:extLst>
              <a:ext uri="{FF2B5EF4-FFF2-40B4-BE49-F238E27FC236}">
                <a16:creationId xmlns:a16="http://schemas.microsoft.com/office/drawing/2014/main" id="{2A702136-D7DD-49CD-A4E0-42B0D1BAFEFE}"/>
              </a:ext>
            </a:extLst>
          </p:cNvPr>
          <p:cNvSpPr/>
          <p:nvPr userDrawn="1"/>
        </p:nvSpPr>
        <p:spPr>
          <a:xfrm>
            <a:off x="6005688" y="2209045"/>
            <a:ext cx="2382662" cy="3604671"/>
          </a:xfrm>
          <a:prstGeom prst="rect">
            <a:avLst/>
          </a:prstGeom>
          <a:solidFill>
            <a:srgbClr val="ACDD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00"/>
          </a:p>
        </p:txBody>
      </p:sp>
      <p:pic>
        <p:nvPicPr>
          <p:cNvPr id="12" name="Picture 1">
            <a:extLst>
              <a:ext uri="{FF2B5EF4-FFF2-40B4-BE49-F238E27FC236}">
                <a16:creationId xmlns:a16="http://schemas.microsoft.com/office/drawing/2014/main" id="{3124EECE-F7EF-4595-9620-68FD0E5E79FF}"/>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a:fillRect/>
          </a:stretch>
        </p:blipFill>
        <p:spPr bwMode="auto">
          <a:xfrm>
            <a:off x="1088144" y="2435955"/>
            <a:ext cx="1717675" cy="1150938"/>
          </a:xfrm>
          <a:prstGeom prst="rect">
            <a:avLst/>
          </a:prstGeom>
          <a:noFill/>
          <a:ln w="12700">
            <a:solidFill>
              <a:srgbClr val="E34192"/>
            </a:solidFill>
            <a:miter lim="800000"/>
            <a:headEnd/>
            <a:tailEnd/>
          </a:ln>
          <a:extLst>
            <a:ext uri="{909E8E84-426E-40DD-AFC4-6F175D3DCCD1}">
              <a14:hiddenFill xmlns:a14="http://schemas.microsoft.com/office/drawing/2010/main">
                <a:solidFill>
                  <a:srgbClr val="FFFFFF"/>
                </a:solidFill>
              </a14:hiddenFill>
            </a:ext>
          </a:extLst>
        </p:spPr>
      </p:pic>
      <p:pic>
        <p:nvPicPr>
          <p:cNvPr id="13" name="Picture 12">
            <a:extLst>
              <a:ext uri="{FF2B5EF4-FFF2-40B4-BE49-F238E27FC236}">
                <a16:creationId xmlns:a16="http://schemas.microsoft.com/office/drawing/2014/main" id="{606CC5B3-3D32-4C6C-8E1F-3758561C1FA7}"/>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1088144" y="3771617"/>
            <a:ext cx="1717675" cy="1857375"/>
          </a:xfrm>
          <a:prstGeom prst="rect">
            <a:avLst/>
          </a:prstGeom>
          <a:noFill/>
          <a:ln w="12700">
            <a:solidFill>
              <a:srgbClr val="E34192"/>
            </a:solidFill>
            <a:miter lim="800000"/>
            <a:headEnd/>
            <a:tailEnd/>
          </a:ln>
          <a:extLst>
            <a:ext uri="{909E8E84-426E-40DD-AFC4-6F175D3DCCD1}">
              <a14:hiddenFill xmlns:a14="http://schemas.microsoft.com/office/drawing/2010/main">
                <a:solidFill>
                  <a:srgbClr val="FFFFFF"/>
                </a:solidFill>
              </a14:hiddenFill>
            </a:ext>
          </a:extLst>
        </p:spPr>
      </p:pic>
      <p:sp>
        <p:nvSpPr>
          <p:cNvPr id="14" name="Title 2">
            <a:extLst>
              <a:ext uri="{FF2B5EF4-FFF2-40B4-BE49-F238E27FC236}">
                <a16:creationId xmlns:a16="http://schemas.microsoft.com/office/drawing/2014/main" id="{A7697262-5601-4023-B08E-475497092739}"/>
              </a:ext>
            </a:extLst>
          </p:cNvPr>
          <p:cNvSpPr>
            <a:spLocks/>
          </p:cNvSpPr>
          <p:nvPr userDrawn="1"/>
        </p:nvSpPr>
        <p:spPr bwMode="auto">
          <a:xfrm>
            <a:off x="457200" y="6283683"/>
            <a:ext cx="8220075" cy="715963"/>
          </a:xfrm>
          <a:prstGeom prst="roundRect">
            <a:avLst>
              <a:gd name="adj" fmla="val 9639"/>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round/>
                <a:headEnd/>
                <a:tailEnd/>
              </a14:hiddenLine>
            </a:ext>
          </a:extLst>
        </p:spPr>
        <p:txBody>
          <a:bodyPr lIns="252000" tIns="252000" rIns="252000" bIns="252000" anchor="ctr" anchorCtr="1"/>
          <a:lstStyle>
            <a:lvl1pPr>
              <a:defRPr>
                <a:solidFill>
                  <a:schemeClr val="tx1"/>
                </a:solidFill>
                <a:latin typeface="Twinkl" pitchFamily="2" charset="0"/>
              </a:defRPr>
            </a:lvl1pPr>
            <a:lvl2pPr marL="742950" indent="-285750">
              <a:defRPr>
                <a:solidFill>
                  <a:schemeClr val="tx1"/>
                </a:solidFill>
                <a:latin typeface="Twinkl" pitchFamily="2" charset="0"/>
              </a:defRPr>
            </a:lvl2pPr>
            <a:lvl3pPr marL="1143000" indent="-228600">
              <a:defRPr>
                <a:solidFill>
                  <a:schemeClr val="tx1"/>
                </a:solidFill>
                <a:latin typeface="Twinkl" pitchFamily="2" charset="0"/>
              </a:defRPr>
            </a:lvl3pPr>
            <a:lvl4pPr marL="1600200" indent="-228600">
              <a:defRPr>
                <a:solidFill>
                  <a:schemeClr val="tx1"/>
                </a:solidFill>
                <a:latin typeface="Twinkl" pitchFamily="2" charset="0"/>
              </a:defRPr>
            </a:lvl4pPr>
            <a:lvl5pPr marL="2057400" indent="-228600">
              <a:defRPr>
                <a:solidFill>
                  <a:schemeClr val="tx1"/>
                </a:solidFill>
                <a:latin typeface="Twinkl" pitchFamily="2" charset="0"/>
              </a:defRPr>
            </a:lvl5pPr>
            <a:lvl6pPr marL="2514600" indent="-228600" eaLnBrk="0" fontAlgn="base" hangingPunct="0">
              <a:spcBef>
                <a:spcPct val="0"/>
              </a:spcBef>
              <a:spcAft>
                <a:spcPct val="0"/>
              </a:spcAft>
              <a:defRPr>
                <a:solidFill>
                  <a:schemeClr val="tx1"/>
                </a:solidFill>
                <a:latin typeface="Twinkl" pitchFamily="2" charset="0"/>
              </a:defRPr>
            </a:lvl6pPr>
            <a:lvl7pPr marL="2971800" indent="-228600" eaLnBrk="0" fontAlgn="base" hangingPunct="0">
              <a:spcBef>
                <a:spcPct val="0"/>
              </a:spcBef>
              <a:spcAft>
                <a:spcPct val="0"/>
              </a:spcAft>
              <a:defRPr>
                <a:solidFill>
                  <a:schemeClr val="tx1"/>
                </a:solidFill>
                <a:latin typeface="Twinkl" pitchFamily="2" charset="0"/>
              </a:defRPr>
            </a:lvl7pPr>
            <a:lvl8pPr marL="3429000" indent="-228600" eaLnBrk="0" fontAlgn="base" hangingPunct="0">
              <a:spcBef>
                <a:spcPct val="0"/>
              </a:spcBef>
              <a:spcAft>
                <a:spcPct val="0"/>
              </a:spcAft>
              <a:defRPr>
                <a:solidFill>
                  <a:schemeClr val="tx1"/>
                </a:solidFill>
                <a:latin typeface="Twinkl" pitchFamily="2" charset="0"/>
              </a:defRPr>
            </a:lvl8pPr>
            <a:lvl9pPr marL="3886200" indent="-228600" eaLnBrk="0" fontAlgn="base" hangingPunct="0">
              <a:spcBef>
                <a:spcPct val="0"/>
              </a:spcBef>
              <a:spcAft>
                <a:spcPct val="0"/>
              </a:spcAft>
              <a:defRPr>
                <a:solidFill>
                  <a:schemeClr val="tx1"/>
                </a:solidFill>
                <a:latin typeface="Twinkl" pitchFamily="2" charset="0"/>
              </a:defRPr>
            </a:lvl9pPr>
          </a:lstStyle>
          <a:p>
            <a:pPr algn="ctr" eaLnBrk="1" hangingPunct="1">
              <a:lnSpc>
                <a:spcPct val="90000"/>
              </a:lnSpc>
            </a:pPr>
            <a:r>
              <a:rPr lang="en-GB" altLang="en-US" sz="1000" dirty="0">
                <a:solidFill>
                  <a:schemeClr val="bg1"/>
                </a:solidFill>
                <a:latin typeface="Roboto" panose="02000000000000000000" pitchFamily="2" charset="0"/>
                <a:ea typeface="Roboto" panose="02000000000000000000" pitchFamily="2" charset="0"/>
                <a:cs typeface="Arial" panose="020B0604020202020204" pitchFamily="34" charset="0"/>
              </a:rPr>
              <a:t>You may wish to delete this slide before beginning the presentation.</a:t>
            </a:r>
          </a:p>
        </p:txBody>
      </p:sp>
      <p:sp>
        <p:nvSpPr>
          <p:cNvPr id="15" name="Rectangle 14">
            <a:extLst>
              <a:ext uri="{FF2B5EF4-FFF2-40B4-BE49-F238E27FC236}">
                <a16:creationId xmlns:a16="http://schemas.microsoft.com/office/drawing/2014/main" id="{BF1001AF-39AD-4F6C-8CC7-DE3F05F47402}"/>
              </a:ext>
            </a:extLst>
          </p:cNvPr>
          <p:cNvSpPr/>
          <p:nvPr userDrawn="1"/>
        </p:nvSpPr>
        <p:spPr>
          <a:xfrm>
            <a:off x="450762" y="5938338"/>
            <a:ext cx="8226000" cy="295275"/>
          </a:xfrm>
          <a:prstGeom prst="rect">
            <a:avLst/>
          </a:prstGeom>
          <a:solidFill>
            <a:srgbClr val="E34192"/>
          </a:solidFill>
          <a:ln>
            <a:solidFill>
              <a:srgbClr val="E3419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GB" sz="1100" b="1" dirty="0">
                <a:solidFill>
                  <a:schemeClr val="bg1"/>
                </a:solidFill>
                <a:latin typeface="Roboto" panose="02000000000000000000" pitchFamily="2" charset="0"/>
                <a:ea typeface="Roboto" panose="02000000000000000000" pitchFamily="2" charset="0"/>
                <a:cs typeface="Arial" panose="020B0604020202020204" pitchFamily="34" charset="0"/>
              </a:rPr>
              <a:t>Please note the embedded audio may not be compatible with earlier versions of PowerPoint. </a:t>
            </a:r>
          </a:p>
        </p:txBody>
      </p:sp>
      <p:grpSp>
        <p:nvGrpSpPr>
          <p:cNvPr id="16" name="Group 15">
            <a:extLst>
              <a:ext uri="{FF2B5EF4-FFF2-40B4-BE49-F238E27FC236}">
                <a16:creationId xmlns:a16="http://schemas.microsoft.com/office/drawing/2014/main" id="{F4C02CD7-54FA-442D-8552-484866B452A3}"/>
              </a:ext>
            </a:extLst>
          </p:cNvPr>
          <p:cNvGrpSpPr/>
          <p:nvPr userDrawn="1"/>
        </p:nvGrpSpPr>
        <p:grpSpPr>
          <a:xfrm>
            <a:off x="653175" y="1186618"/>
            <a:ext cx="2485137" cy="4640495"/>
            <a:chOff x="653175" y="1293580"/>
            <a:chExt cx="2485137" cy="4640495"/>
          </a:xfrm>
        </p:grpSpPr>
        <p:sp>
          <p:nvSpPr>
            <p:cNvPr id="17" name="Rectangle 16">
              <a:extLst>
                <a:ext uri="{FF2B5EF4-FFF2-40B4-BE49-F238E27FC236}">
                  <a16:creationId xmlns:a16="http://schemas.microsoft.com/office/drawing/2014/main" id="{70129BA9-07CA-4E45-BE89-A3B3D8B06794}"/>
                </a:ext>
              </a:extLst>
            </p:cNvPr>
            <p:cNvSpPr/>
            <p:nvPr/>
          </p:nvSpPr>
          <p:spPr>
            <a:xfrm>
              <a:off x="755650" y="1352601"/>
              <a:ext cx="2382662" cy="4581474"/>
            </a:xfrm>
            <a:prstGeom prst="rect">
              <a:avLst/>
            </a:prstGeom>
            <a:noFill/>
            <a:ln>
              <a:solidFill>
                <a:srgbClr val="18A0DB"/>
              </a:solidFill>
            </a:ln>
          </p:spPr>
          <p:style>
            <a:lnRef idx="2">
              <a:schemeClr val="accent1">
                <a:shade val="50000"/>
              </a:schemeClr>
            </a:lnRef>
            <a:fillRef idx="1">
              <a:schemeClr val="accent1"/>
            </a:fillRef>
            <a:effectRef idx="0">
              <a:schemeClr val="accent1"/>
            </a:effectRef>
            <a:fontRef idx="minor">
              <a:schemeClr val="lt1"/>
            </a:fontRef>
          </p:style>
          <p:txBody>
            <a:bodyPr lIns="216000" tIns="180000" rIns="216000" bIns="180000" anchor="t" anchorCtr="0"/>
            <a:lstStyle/>
            <a:p>
              <a:pPr>
                <a:defRPr/>
              </a:pPr>
              <a:r>
                <a:rPr lang="en-GB" sz="1400" dirty="0">
                  <a:solidFill>
                    <a:schemeClr val="tx1"/>
                  </a:solidFill>
                  <a:latin typeface="Roboto" panose="02000000000000000000" pitchFamily="2" charset="0"/>
                  <a:ea typeface="Roboto" panose="02000000000000000000" pitchFamily="2" charset="0"/>
                  <a:cs typeface="Arial" panose="020B0604020202020204" pitchFamily="34" charset="0"/>
                </a:rPr>
                <a:t>Open the downloaded folder and copy all the files.</a:t>
              </a:r>
            </a:p>
          </p:txBody>
        </p:sp>
        <p:sp>
          <p:nvSpPr>
            <p:cNvPr id="18" name="Oval 17">
              <a:extLst>
                <a:ext uri="{FF2B5EF4-FFF2-40B4-BE49-F238E27FC236}">
                  <a16:creationId xmlns:a16="http://schemas.microsoft.com/office/drawing/2014/main" id="{06AD645D-EF4C-43B9-BC02-E73591ACFEA8}"/>
                </a:ext>
              </a:extLst>
            </p:cNvPr>
            <p:cNvSpPr/>
            <p:nvPr/>
          </p:nvSpPr>
          <p:spPr>
            <a:xfrm>
              <a:off x="653175" y="1293580"/>
              <a:ext cx="301052" cy="301052"/>
            </a:xfrm>
            <a:prstGeom prst="ellipse">
              <a:avLst/>
            </a:prstGeom>
            <a:solidFill>
              <a:srgbClr val="18A0D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600" b="1" dirty="0">
                  <a:latin typeface="Roboto" panose="02000000000000000000" pitchFamily="2" charset="0"/>
                  <a:ea typeface="Roboto" panose="02000000000000000000" pitchFamily="2" charset="0"/>
                </a:rPr>
                <a:t>1</a:t>
              </a:r>
            </a:p>
          </p:txBody>
        </p:sp>
      </p:grpSp>
      <p:grpSp>
        <p:nvGrpSpPr>
          <p:cNvPr id="19" name="Group 18">
            <a:extLst>
              <a:ext uri="{FF2B5EF4-FFF2-40B4-BE49-F238E27FC236}">
                <a16:creationId xmlns:a16="http://schemas.microsoft.com/office/drawing/2014/main" id="{08DFAC45-3E54-4D6A-98C4-CF211C83922E}"/>
              </a:ext>
            </a:extLst>
          </p:cNvPr>
          <p:cNvGrpSpPr/>
          <p:nvPr userDrawn="1"/>
        </p:nvGrpSpPr>
        <p:grpSpPr>
          <a:xfrm>
            <a:off x="3278194" y="1186618"/>
            <a:ext cx="2485137" cy="4640495"/>
            <a:chOff x="653175" y="1293580"/>
            <a:chExt cx="2485137" cy="4640495"/>
          </a:xfrm>
        </p:grpSpPr>
        <p:sp>
          <p:nvSpPr>
            <p:cNvPr id="20" name="Rectangle 19">
              <a:extLst>
                <a:ext uri="{FF2B5EF4-FFF2-40B4-BE49-F238E27FC236}">
                  <a16:creationId xmlns:a16="http://schemas.microsoft.com/office/drawing/2014/main" id="{F0CD5D4D-4B63-46DB-9525-B34F30B13615}"/>
                </a:ext>
              </a:extLst>
            </p:cNvPr>
            <p:cNvSpPr/>
            <p:nvPr/>
          </p:nvSpPr>
          <p:spPr>
            <a:xfrm>
              <a:off x="755650" y="1352601"/>
              <a:ext cx="2382662" cy="4581474"/>
            </a:xfrm>
            <a:prstGeom prst="rect">
              <a:avLst/>
            </a:prstGeom>
            <a:noFill/>
            <a:ln>
              <a:solidFill>
                <a:srgbClr val="18A0DB"/>
              </a:solidFill>
            </a:ln>
          </p:spPr>
          <p:style>
            <a:lnRef idx="2">
              <a:schemeClr val="accent1">
                <a:shade val="50000"/>
              </a:schemeClr>
            </a:lnRef>
            <a:fillRef idx="1">
              <a:schemeClr val="accent1"/>
            </a:fillRef>
            <a:effectRef idx="0">
              <a:schemeClr val="accent1"/>
            </a:effectRef>
            <a:fontRef idx="minor">
              <a:schemeClr val="lt1"/>
            </a:fontRef>
          </p:style>
          <p:txBody>
            <a:bodyPr lIns="216000" tIns="180000" rIns="216000" bIns="180000" anchor="t" anchorCtr="0"/>
            <a:lstStyle/>
            <a:p>
              <a:pPr>
                <a:defRPr/>
              </a:pPr>
              <a:r>
                <a:rPr lang="en-GB" sz="1400" dirty="0">
                  <a:solidFill>
                    <a:schemeClr val="tx1"/>
                  </a:solidFill>
                  <a:latin typeface="Roboto" panose="02000000000000000000" pitchFamily="2" charset="0"/>
                  <a:ea typeface="Roboto" panose="02000000000000000000" pitchFamily="2" charset="0"/>
                  <a:cs typeface="Arial" panose="020B0604020202020204" pitchFamily="34" charset="0"/>
                </a:rPr>
                <a:t>Paste the copied files into a new folder.</a:t>
              </a:r>
            </a:p>
          </p:txBody>
        </p:sp>
        <p:sp>
          <p:nvSpPr>
            <p:cNvPr id="21" name="Oval 20">
              <a:extLst>
                <a:ext uri="{FF2B5EF4-FFF2-40B4-BE49-F238E27FC236}">
                  <a16:creationId xmlns:a16="http://schemas.microsoft.com/office/drawing/2014/main" id="{E921D1FD-6ED8-4721-9B13-952826BF7583}"/>
                </a:ext>
              </a:extLst>
            </p:cNvPr>
            <p:cNvSpPr/>
            <p:nvPr/>
          </p:nvSpPr>
          <p:spPr>
            <a:xfrm>
              <a:off x="653175" y="1293580"/>
              <a:ext cx="301052" cy="301052"/>
            </a:xfrm>
            <a:prstGeom prst="ellipse">
              <a:avLst/>
            </a:prstGeom>
            <a:solidFill>
              <a:srgbClr val="18A0D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600" b="1" dirty="0">
                  <a:latin typeface="Roboto" panose="02000000000000000000" pitchFamily="2" charset="0"/>
                  <a:ea typeface="Roboto" panose="02000000000000000000" pitchFamily="2" charset="0"/>
                </a:rPr>
                <a:t>2</a:t>
              </a:r>
            </a:p>
          </p:txBody>
        </p:sp>
      </p:grpSp>
      <p:grpSp>
        <p:nvGrpSpPr>
          <p:cNvPr id="22" name="Group 21">
            <a:extLst>
              <a:ext uri="{FF2B5EF4-FFF2-40B4-BE49-F238E27FC236}">
                <a16:creationId xmlns:a16="http://schemas.microsoft.com/office/drawing/2014/main" id="{2E64373C-29B9-44AD-BBFF-1C2B6CB8B856}"/>
              </a:ext>
            </a:extLst>
          </p:cNvPr>
          <p:cNvGrpSpPr/>
          <p:nvPr userDrawn="1"/>
        </p:nvGrpSpPr>
        <p:grpSpPr>
          <a:xfrm>
            <a:off x="5903213" y="1186618"/>
            <a:ext cx="2485137" cy="4640495"/>
            <a:chOff x="653175" y="1293580"/>
            <a:chExt cx="2485137" cy="4640495"/>
          </a:xfrm>
        </p:grpSpPr>
        <p:sp>
          <p:nvSpPr>
            <p:cNvPr id="23" name="Rectangle 22">
              <a:extLst>
                <a:ext uri="{FF2B5EF4-FFF2-40B4-BE49-F238E27FC236}">
                  <a16:creationId xmlns:a16="http://schemas.microsoft.com/office/drawing/2014/main" id="{3F8F64B4-C8AD-4F3A-AC24-CC1D1D7B43F0}"/>
                </a:ext>
              </a:extLst>
            </p:cNvPr>
            <p:cNvSpPr/>
            <p:nvPr/>
          </p:nvSpPr>
          <p:spPr>
            <a:xfrm>
              <a:off x="755650" y="1352601"/>
              <a:ext cx="2382662" cy="4581474"/>
            </a:xfrm>
            <a:prstGeom prst="rect">
              <a:avLst/>
            </a:prstGeom>
            <a:noFill/>
            <a:ln>
              <a:solidFill>
                <a:srgbClr val="18A0DB"/>
              </a:solidFill>
            </a:ln>
          </p:spPr>
          <p:style>
            <a:lnRef idx="2">
              <a:schemeClr val="accent1">
                <a:shade val="50000"/>
              </a:schemeClr>
            </a:lnRef>
            <a:fillRef idx="1">
              <a:schemeClr val="accent1"/>
            </a:fillRef>
            <a:effectRef idx="0">
              <a:schemeClr val="accent1"/>
            </a:effectRef>
            <a:fontRef idx="minor">
              <a:schemeClr val="lt1"/>
            </a:fontRef>
          </p:style>
          <p:txBody>
            <a:bodyPr lIns="216000" tIns="180000" rIns="216000" bIns="180000" anchor="t" anchorCtr="0"/>
            <a:lstStyle/>
            <a:p>
              <a:pPr>
                <a:defRPr/>
              </a:pPr>
              <a:r>
                <a:rPr lang="en-GB" sz="1400" dirty="0">
                  <a:solidFill>
                    <a:schemeClr val="tx1"/>
                  </a:solidFill>
                  <a:latin typeface="Roboto" panose="02000000000000000000" pitchFamily="2" charset="0"/>
                  <a:ea typeface="Roboto" panose="02000000000000000000" pitchFamily="2" charset="0"/>
                  <a:cs typeface="Arial" panose="020B0604020202020204" pitchFamily="34" charset="0"/>
                </a:rPr>
                <a:t>To use the PowerPoint, enable editing and put into slide show mode.</a:t>
              </a:r>
            </a:p>
          </p:txBody>
        </p:sp>
        <p:sp>
          <p:nvSpPr>
            <p:cNvPr id="24" name="Oval 23">
              <a:extLst>
                <a:ext uri="{FF2B5EF4-FFF2-40B4-BE49-F238E27FC236}">
                  <a16:creationId xmlns:a16="http://schemas.microsoft.com/office/drawing/2014/main" id="{306893F1-C2B6-43EB-825A-DA5B276C8908}"/>
                </a:ext>
              </a:extLst>
            </p:cNvPr>
            <p:cNvSpPr/>
            <p:nvPr/>
          </p:nvSpPr>
          <p:spPr>
            <a:xfrm>
              <a:off x="653175" y="1293580"/>
              <a:ext cx="301052" cy="301052"/>
            </a:xfrm>
            <a:prstGeom prst="ellipse">
              <a:avLst/>
            </a:prstGeom>
            <a:solidFill>
              <a:srgbClr val="18A0D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600" b="1" dirty="0">
                  <a:latin typeface="Roboto" panose="02000000000000000000" pitchFamily="2" charset="0"/>
                  <a:ea typeface="Roboto" panose="02000000000000000000" pitchFamily="2" charset="0"/>
                </a:rPr>
                <a:t>3</a:t>
              </a:r>
            </a:p>
          </p:txBody>
        </p:sp>
      </p:grpSp>
      <p:pic>
        <p:nvPicPr>
          <p:cNvPr id="25" name="Picture 24">
            <a:extLst>
              <a:ext uri="{FF2B5EF4-FFF2-40B4-BE49-F238E27FC236}">
                <a16:creationId xmlns:a16="http://schemas.microsoft.com/office/drawing/2014/main" id="{F8E75E30-3E3D-4F9B-9EF6-9A9630C27CBB}"/>
              </a:ext>
            </a:extLst>
          </p:cNvPr>
          <p:cNvPicPr>
            <a:picLocks noChangeAspect="1"/>
          </p:cNvPicPr>
          <p:nvPr userDrawn="1"/>
        </p:nvPicPr>
        <p:blipFill>
          <a:blip r:embed="rId4" cstate="screen">
            <a:extLst>
              <a:ext uri="{28A0092B-C50C-407E-A947-70E740481C1C}">
                <a14:useLocalDpi xmlns:a14="http://schemas.microsoft.com/office/drawing/2010/main"/>
              </a:ext>
            </a:extLst>
          </a:blip>
          <a:srcRect/>
          <a:stretch>
            <a:fillRect/>
          </a:stretch>
        </p:blipFill>
        <p:spPr bwMode="auto">
          <a:xfrm>
            <a:off x="3720306" y="2435955"/>
            <a:ext cx="1703388" cy="2003425"/>
          </a:xfrm>
          <a:prstGeom prst="rect">
            <a:avLst/>
          </a:prstGeom>
          <a:noFill/>
          <a:ln w="12700">
            <a:solidFill>
              <a:srgbClr val="E34192"/>
            </a:solidFill>
            <a:miter lim="800000"/>
            <a:headEnd/>
            <a:tailEnd/>
          </a:ln>
          <a:extLst>
            <a:ext uri="{909E8E84-426E-40DD-AFC4-6F175D3DCCD1}">
              <a14:hiddenFill xmlns:a14="http://schemas.microsoft.com/office/drawing/2010/main">
                <a:solidFill>
                  <a:srgbClr val="FFFFFF"/>
                </a:solidFill>
              </a14:hiddenFill>
            </a:ext>
          </a:extLst>
        </p:spPr>
      </p:pic>
      <p:pic>
        <p:nvPicPr>
          <p:cNvPr id="26" name="Picture 25">
            <a:extLst>
              <a:ext uri="{FF2B5EF4-FFF2-40B4-BE49-F238E27FC236}">
                <a16:creationId xmlns:a16="http://schemas.microsoft.com/office/drawing/2014/main" id="{E55EBE21-985E-4E8F-B68C-A7F9AB89D609}"/>
              </a:ext>
            </a:extLst>
          </p:cNvPr>
          <p:cNvPicPr>
            <a:picLocks noChangeAspect="1"/>
          </p:cNvPicPr>
          <p:nvPr userDrawn="1"/>
        </p:nvPicPr>
        <p:blipFill>
          <a:blip r:embed="rId5" cstate="screen">
            <a:extLst>
              <a:ext uri="{28A0092B-C50C-407E-A947-70E740481C1C}">
                <a14:useLocalDpi xmlns:a14="http://schemas.microsoft.com/office/drawing/2010/main"/>
              </a:ext>
            </a:extLst>
          </a:blip>
          <a:srcRect/>
          <a:stretch>
            <a:fillRect/>
          </a:stretch>
        </p:blipFill>
        <p:spPr bwMode="auto">
          <a:xfrm>
            <a:off x="6114362" y="3710564"/>
            <a:ext cx="2165314" cy="1601754"/>
          </a:xfrm>
          <a:prstGeom prst="rect">
            <a:avLst/>
          </a:prstGeom>
          <a:noFill/>
          <a:ln w="12700">
            <a:solidFill>
              <a:srgbClr val="E34192"/>
            </a:solidFill>
            <a:miter lim="800000"/>
            <a:headEnd/>
            <a:tailEnd/>
          </a:ln>
          <a:extLst>
            <a:ext uri="{909E8E84-426E-40DD-AFC4-6F175D3DCCD1}">
              <a14:hiddenFill xmlns:a14="http://schemas.microsoft.com/office/drawing/2010/main">
                <a:solidFill>
                  <a:srgbClr val="FFFFFF"/>
                </a:solidFill>
              </a14:hiddenFill>
            </a:ext>
          </a:extLst>
        </p:spPr>
      </p:pic>
      <p:pic>
        <p:nvPicPr>
          <p:cNvPr id="27" name="Picture 26">
            <a:extLst>
              <a:ext uri="{FF2B5EF4-FFF2-40B4-BE49-F238E27FC236}">
                <a16:creationId xmlns:a16="http://schemas.microsoft.com/office/drawing/2014/main" id="{12AA4B95-3CCC-45E1-B7B1-343CCBC6F42A}"/>
              </a:ext>
            </a:extLst>
          </p:cNvPr>
          <p:cNvPicPr>
            <a:picLocks noChangeAspect="1"/>
          </p:cNvPicPr>
          <p:nvPr userDrawn="1"/>
        </p:nvPicPr>
        <p:blipFill>
          <a:blip r:embed="rId6">
            <a:extLst>
              <a:ext uri="{28A0092B-C50C-407E-A947-70E740481C1C}">
                <a14:useLocalDpi xmlns:a14="http://schemas.microsoft.com/office/drawing/2010/main"/>
              </a:ext>
            </a:extLst>
          </a:blip>
          <a:srcRect/>
          <a:stretch>
            <a:fillRect/>
          </a:stretch>
        </p:blipFill>
        <p:spPr bwMode="auto">
          <a:xfrm>
            <a:off x="6114344" y="2435955"/>
            <a:ext cx="2165350" cy="225425"/>
          </a:xfrm>
          <a:prstGeom prst="rect">
            <a:avLst/>
          </a:prstGeom>
          <a:noFill/>
          <a:ln w="12700">
            <a:solidFill>
              <a:srgbClr val="E34192"/>
            </a:solidFill>
            <a:miter lim="800000"/>
            <a:headEnd/>
            <a:tailEnd/>
          </a:ln>
          <a:extLst>
            <a:ext uri="{909E8E84-426E-40DD-AFC4-6F175D3DCCD1}">
              <a14:hiddenFill xmlns:a14="http://schemas.microsoft.com/office/drawing/2010/main">
                <a:solidFill>
                  <a:srgbClr val="FFFFFF"/>
                </a:solidFill>
              </a14:hiddenFill>
            </a:ext>
          </a:extLst>
        </p:spPr>
      </p:pic>
      <p:grpSp>
        <p:nvGrpSpPr>
          <p:cNvPr id="28" name="Group 27">
            <a:extLst>
              <a:ext uri="{FF2B5EF4-FFF2-40B4-BE49-F238E27FC236}">
                <a16:creationId xmlns:a16="http://schemas.microsoft.com/office/drawing/2014/main" id="{EB959152-16E0-47A5-9814-E4CDFB5F1B4A}"/>
              </a:ext>
            </a:extLst>
          </p:cNvPr>
          <p:cNvGrpSpPr/>
          <p:nvPr userDrawn="1"/>
        </p:nvGrpSpPr>
        <p:grpSpPr>
          <a:xfrm>
            <a:off x="6114362" y="2862122"/>
            <a:ext cx="2165350" cy="690207"/>
            <a:chOff x="6137101" y="2837944"/>
            <a:chExt cx="2165350" cy="690207"/>
          </a:xfrm>
        </p:grpSpPr>
        <p:grpSp>
          <p:nvGrpSpPr>
            <p:cNvPr id="29" name="Group 28">
              <a:extLst>
                <a:ext uri="{FF2B5EF4-FFF2-40B4-BE49-F238E27FC236}">
                  <a16:creationId xmlns:a16="http://schemas.microsoft.com/office/drawing/2014/main" id="{2AA9C2EC-978E-419F-A507-D371B5CA5B55}"/>
                </a:ext>
              </a:extLst>
            </p:cNvPr>
            <p:cNvGrpSpPr>
              <a:grpSpLocks/>
            </p:cNvGrpSpPr>
            <p:nvPr/>
          </p:nvGrpSpPr>
          <p:grpSpPr bwMode="auto">
            <a:xfrm>
              <a:off x="6137101" y="2837944"/>
              <a:ext cx="2165350" cy="647700"/>
              <a:chOff x="6164808" y="2589878"/>
              <a:chExt cx="2165459" cy="647296"/>
            </a:xfrm>
          </p:grpSpPr>
          <p:pic>
            <p:nvPicPr>
              <p:cNvPr id="31" name="Picture 30">
                <a:extLst>
                  <a:ext uri="{FF2B5EF4-FFF2-40B4-BE49-F238E27FC236}">
                    <a16:creationId xmlns:a16="http://schemas.microsoft.com/office/drawing/2014/main" id="{B5145F20-A130-4EC9-B902-0B2D234C1C06}"/>
                  </a:ext>
                </a:extLst>
              </p:cNvPr>
              <p:cNvPicPr>
                <a:picLocks noChangeAspect="1"/>
              </p:cNvPicPr>
              <p:nvPr/>
            </p:nvPicPr>
            <p:blipFill>
              <a:blip r:embed="rId7" cstate="screen">
                <a:extLst>
                  <a:ext uri="{28A0092B-C50C-407E-A947-70E740481C1C}">
                    <a14:useLocalDpi xmlns:a14="http://schemas.microsoft.com/office/drawing/2010/main"/>
                  </a:ext>
                </a:extLst>
              </a:blip>
              <a:srcRect/>
              <a:stretch>
                <a:fillRect/>
              </a:stretch>
            </p:blipFill>
            <p:spPr bwMode="auto">
              <a:xfrm>
                <a:off x="6164808" y="2589878"/>
                <a:ext cx="2165459" cy="647296"/>
              </a:xfrm>
              <a:prstGeom prst="rect">
                <a:avLst/>
              </a:prstGeom>
              <a:noFill/>
              <a:ln w="12700">
                <a:solidFill>
                  <a:srgbClr val="E34192"/>
                </a:solidFill>
                <a:miter lim="800000"/>
                <a:headEnd/>
                <a:tailEnd/>
              </a:ln>
              <a:extLst>
                <a:ext uri="{909E8E84-426E-40DD-AFC4-6F175D3DCCD1}">
                  <a14:hiddenFill xmlns:a14="http://schemas.microsoft.com/office/drawing/2010/main">
                    <a:solidFill>
                      <a:srgbClr val="FFFFFF"/>
                    </a:solidFill>
                  </a14:hiddenFill>
                </a:ext>
              </a:extLst>
            </p:spPr>
          </p:pic>
          <p:cxnSp>
            <p:nvCxnSpPr>
              <p:cNvPr id="32" name="Straight Arrow Connector 31">
                <a:extLst>
                  <a:ext uri="{FF2B5EF4-FFF2-40B4-BE49-F238E27FC236}">
                    <a16:creationId xmlns:a16="http://schemas.microsoft.com/office/drawing/2014/main" id="{7209CC96-78F3-4B82-BE38-23F76BEC0573}"/>
                  </a:ext>
                </a:extLst>
              </p:cNvPr>
              <p:cNvCxnSpPr/>
              <p:nvPr/>
            </p:nvCxnSpPr>
            <p:spPr>
              <a:xfrm flipH="1">
                <a:off x="7949742" y="2768837"/>
                <a:ext cx="79379" cy="287158"/>
              </a:xfrm>
              <a:prstGeom prst="straightConnector1">
                <a:avLst/>
              </a:prstGeom>
              <a:ln w="19050">
                <a:solidFill>
                  <a:srgbClr val="18A0DB"/>
                </a:solidFill>
                <a:tailEnd type="triangle"/>
              </a:ln>
            </p:spPr>
            <p:style>
              <a:lnRef idx="1">
                <a:schemeClr val="accent1"/>
              </a:lnRef>
              <a:fillRef idx="0">
                <a:schemeClr val="accent1"/>
              </a:fillRef>
              <a:effectRef idx="0">
                <a:schemeClr val="accent1"/>
              </a:effectRef>
              <a:fontRef idx="minor">
                <a:schemeClr val="tx1"/>
              </a:fontRef>
            </p:style>
          </p:cxnSp>
        </p:grpSp>
        <p:sp>
          <p:nvSpPr>
            <p:cNvPr id="30" name="Oval 29">
              <a:extLst>
                <a:ext uri="{FF2B5EF4-FFF2-40B4-BE49-F238E27FC236}">
                  <a16:creationId xmlns:a16="http://schemas.microsoft.com/office/drawing/2014/main" id="{289AD21C-A27E-4E30-8AB2-27CBD6E49F15}"/>
                </a:ext>
              </a:extLst>
            </p:cNvPr>
            <p:cNvSpPr/>
            <p:nvPr/>
          </p:nvSpPr>
          <p:spPr>
            <a:xfrm>
              <a:off x="7790917" y="3317748"/>
              <a:ext cx="210403" cy="210403"/>
            </a:xfrm>
            <a:prstGeom prst="ellipse">
              <a:avLst/>
            </a:prstGeom>
            <a:noFill/>
            <a:ln w="19050">
              <a:solidFill>
                <a:srgbClr val="18A0D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45" name="TextBox 44">
            <a:extLst>
              <a:ext uri="{FF2B5EF4-FFF2-40B4-BE49-F238E27FC236}">
                <a16:creationId xmlns:a16="http://schemas.microsoft.com/office/drawing/2014/main" id="{3642231C-A2F6-4367-90C6-0767E987F9A9}"/>
              </a:ext>
            </a:extLst>
          </p:cNvPr>
          <p:cNvSpPr txBox="1"/>
          <p:nvPr userDrawn="1"/>
        </p:nvSpPr>
        <p:spPr>
          <a:xfrm>
            <a:off x="755650" y="668014"/>
            <a:ext cx="7632700" cy="523220"/>
          </a:xfrm>
          <a:prstGeom prst="rect">
            <a:avLst/>
          </a:prstGeom>
          <a:noFill/>
        </p:spPr>
        <p:txBody>
          <a:bodyPr wrap="square">
            <a:spAutoFit/>
          </a:bodyPr>
          <a:lstStyle/>
          <a:p>
            <a:pPr lvl="0" algn="ctr"/>
            <a:r>
              <a:rPr lang="en-US" sz="2800" b="1" dirty="0">
                <a:solidFill>
                  <a:srgbClr val="E34192"/>
                </a:solidFill>
                <a:latin typeface="Roboto" panose="02000000000000000000" pitchFamily="2" charset="0"/>
                <a:ea typeface="Roboto" panose="02000000000000000000" pitchFamily="2" charset="0"/>
              </a:rPr>
              <a:t>Guidance for Video/Audio in PowerPoints</a:t>
            </a:r>
            <a:endParaRPr lang="en-GB" sz="2800" b="1" dirty="0">
              <a:solidFill>
                <a:srgbClr val="E34192"/>
              </a:solidFill>
            </a:endParaRPr>
          </a:p>
        </p:txBody>
      </p:sp>
    </p:spTree>
    <p:extLst>
      <p:ext uri="{BB962C8B-B14F-4D97-AF65-F5344CB8AC3E}">
        <p14:creationId xmlns:p14="http://schemas.microsoft.com/office/powerpoint/2010/main" val="39593641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Animation Disclaimer">
    <p:spTree>
      <p:nvGrpSpPr>
        <p:cNvPr id="1" name=""/>
        <p:cNvGrpSpPr/>
        <p:nvPr/>
      </p:nvGrpSpPr>
      <p:grpSpPr>
        <a:xfrm>
          <a:off x="0" y="0"/>
          <a:ext cx="0" cy="0"/>
          <a:chOff x="0" y="0"/>
          <a:chExt cx="0" cy="0"/>
        </a:xfrm>
      </p:grpSpPr>
      <p:sp>
        <p:nvSpPr>
          <p:cNvPr id="5" name="Rounded Rectangle 4"/>
          <p:cNvSpPr/>
          <p:nvPr userDrawn="1"/>
        </p:nvSpPr>
        <p:spPr bwMode="auto">
          <a:xfrm>
            <a:off x="457198" y="438151"/>
            <a:ext cx="8220075" cy="5957887"/>
          </a:xfrm>
          <a:prstGeom prst="roundRect">
            <a:avLst>
              <a:gd name="adj" fmla="val 2649"/>
            </a:avLst>
          </a:prstGeom>
          <a:solidFill>
            <a:schemeClr val="bg1"/>
          </a:solidFill>
          <a:ln w="25400" cap="rnd">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GB" sz="1350" dirty="0">
                <a:latin typeface="Twinkl" pitchFamily="50" charset="0"/>
              </a:rPr>
              <a:t> </a:t>
            </a:r>
          </a:p>
        </p:txBody>
      </p:sp>
      <p:sp>
        <p:nvSpPr>
          <p:cNvPr id="14" name="Title 2">
            <a:extLst>
              <a:ext uri="{FF2B5EF4-FFF2-40B4-BE49-F238E27FC236}">
                <a16:creationId xmlns:a16="http://schemas.microsoft.com/office/drawing/2014/main" id="{A7697262-5601-4023-B08E-475497092739}"/>
              </a:ext>
            </a:extLst>
          </p:cNvPr>
          <p:cNvSpPr>
            <a:spLocks/>
          </p:cNvSpPr>
          <p:nvPr userDrawn="1"/>
        </p:nvSpPr>
        <p:spPr bwMode="auto">
          <a:xfrm>
            <a:off x="457200" y="6283683"/>
            <a:ext cx="8220075" cy="715963"/>
          </a:xfrm>
          <a:prstGeom prst="roundRect">
            <a:avLst>
              <a:gd name="adj" fmla="val 9639"/>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round/>
                <a:headEnd/>
                <a:tailEnd/>
              </a14:hiddenLine>
            </a:ext>
          </a:extLst>
        </p:spPr>
        <p:txBody>
          <a:bodyPr lIns="252000" tIns="252000" rIns="252000" bIns="252000" anchor="ctr" anchorCtr="1"/>
          <a:lstStyle>
            <a:lvl1pPr>
              <a:defRPr>
                <a:solidFill>
                  <a:schemeClr val="tx1"/>
                </a:solidFill>
                <a:latin typeface="Twinkl" pitchFamily="2" charset="0"/>
              </a:defRPr>
            </a:lvl1pPr>
            <a:lvl2pPr marL="742950" indent="-285750">
              <a:defRPr>
                <a:solidFill>
                  <a:schemeClr val="tx1"/>
                </a:solidFill>
                <a:latin typeface="Twinkl" pitchFamily="2" charset="0"/>
              </a:defRPr>
            </a:lvl2pPr>
            <a:lvl3pPr marL="1143000" indent="-228600">
              <a:defRPr>
                <a:solidFill>
                  <a:schemeClr val="tx1"/>
                </a:solidFill>
                <a:latin typeface="Twinkl" pitchFamily="2" charset="0"/>
              </a:defRPr>
            </a:lvl3pPr>
            <a:lvl4pPr marL="1600200" indent="-228600">
              <a:defRPr>
                <a:solidFill>
                  <a:schemeClr val="tx1"/>
                </a:solidFill>
                <a:latin typeface="Twinkl" pitchFamily="2" charset="0"/>
              </a:defRPr>
            </a:lvl4pPr>
            <a:lvl5pPr marL="2057400" indent="-228600">
              <a:defRPr>
                <a:solidFill>
                  <a:schemeClr val="tx1"/>
                </a:solidFill>
                <a:latin typeface="Twinkl" pitchFamily="2" charset="0"/>
              </a:defRPr>
            </a:lvl5pPr>
            <a:lvl6pPr marL="2514600" indent="-228600" eaLnBrk="0" fontAlgn="base" hangingPunct="0">
              <a:spcBef>
                <a:spcPct val="0"/>
              </a:spcBef>
              <a:spcAft>
                <a:spcPct val="0"/>
              </a:spcAft>
              <a:defRPr>
                <a:solidFill>
                  <a:schemeClr val="tx1"/>
                </a:solidFill>
                <a:latin typeface="Twinkl" pitchFamily="2" charset="0"/>
              </a:defRPr>
            </a:lvl6pPr>
            <a:lvl7pPr marL="2971800" indent="-228600" eaLnBrk="0" fontAlgn="base" hangingPunct="0">
              <a:spcBef>
                <a:spcPct val="0"/>
              </a:spcBef>
              <a:spcAft>
                <a:spcPct val="0"/>
              </a:spcAft>
              <a:defRPr>
                <a:solidFill>
                  <a:schemeClr val="tx1"/>
                </a:solidFill>
                <a:latin typeface="Twinkl" pitchFamily="2" charset="0"/>
              </a:defRPr>
            </a:lvl7pPr>
            <a:lvl8pPr marL="3429000" indent="-228600" eaLnBrk="0" fontAlgn="base" hangingPunct="0">
              <a:spcBef>
                <a:spcPct val="0"/>
              </a:spcBef>
              <a:spcAft>
                <a:spcPct val="0"/>
              </a:spcAft>
              <a:defRPr>
                <a:solidFill>
                  <a:schemeClr val="tx1"/>
                </a:solidFill>
                <a:latin typeface="Twinkl" pitchFamily="2" charset="0"/>
              </a:defRPr>
            </a:lvl8pPr>
            <a:lvl9pPr marL="3886200" indent="-228600" eaLnBrk="0" fontAlgn="base" hangingPunct="0">
              <a:spcBef>
                <a:spcPct val="0"/>
              </a:spcBef>
              <a:spcAft>
                <a:spcPct val="0"/>
              </a:spcAft>
              <a:defRPr>
                <a:solidFill>
                  <a:schemeClr val="tx1"/>
                </a:solidFill>
                <a:latin typeface="Twinkl" pitchFamily="2" charset="0"/>
              </a:defRPr>
            </a:lvl9pPr>
          </a:lstStyle>
          <a:p>
            <a:pPr algn="ctr" eaLnBrk="1" hangingPunct="1">
              <a:lnSpc>
                <a:spcPct val="90000"/>
              </a:lnSpc>
            </a:pPr>
            <a:r>
              <a:rPr lang="en-GB" altLang="en-US" sz="1000" dirty="0">
                <a:solidFill>
                  <a:schemeClr val="bg1"/>
                </a:solidFill>
                <a:latin typeface="Roboto" panose="02000000000000000000" pitchFamily="2" charset="0"/>
                <a:ea typeface="Roboto" panose="02000000000000000000" pitchFamily="2" charset="0"/>
                <a:cs typeface="Arial" panose="020B0604020202020204" pitchFamily="34" charset="0"/>
              </a:rPr>
              <a:t>You may wish to delete this slide before beginning the presentation.</a:t>
            </a:r>
          </a:p>
        </p:txBody>
      </p:sp>
      <p:grpSp>
        <p:nvGrpSpPr>
          <p:cNvPr id="41" name="Group 40">
            <a:extLst>
              <a:ext uri="{FF2B5EF4-FFF2-40B4-BE49-F238E27FC236}">
                <a16:creationId xmlns:a16="http://schemas.microsoft.com/office/drawing/2014/main" id="{2BB4EA30-0107-4362-9222-C6055ABF324A}"/>
              </a:ext>
            </a:extLst>
          </p:cNvPr>
          <p:cNvGrpSpPr/>
          <p:nvPr userDrawn="1"/>
        </p:nvGrpSpPr>
        <p:grpSpPr>
          <a:xfrm>
            <a:off x="743835" y="1681195"/>
            <a:ext cx="7644513" cy="2295228"/>
            <a:chOff x="743837" y="1344834"/>
            <a:chExt cx="7644513" cy="2295228"/>
          </a:xfrm>
        </p:grpSpPr>
        <p:sp>
          <p:nvSpPr>
            <p:cNvPr id="42" name="Rectangle 41">
              <a:extLst>
                <a:ext uri="{FF2B5EF4-FFF2-40B4-BE49-F238E27FC236}">
                  <a16:creationId xmlns:a16="http://schemas.microsoft.com/office/drawing/2014/main" id="{0DF60415-D303-4DFE-A6B8-E0AB42EF4DDC}"/>
                </a:ext>
              </a:extLst>
            </p:cNvPr>
            <p:cNvSpPr/>
            <p:nvPr/>
          </p:nvSpPr>
          <p:spPr>
            <a:xfrm>
              <a:off x="743837" y="1344834"/>
              <a:ext cx="1266195" cy="273960"/>
            </a:xfrm>
            <a:prstGeom prst="rect">
              <a:avLst/>
            </a:prstGeom>
            <a:solidFill>
              <a:srgbClr val="E34192"/>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108000" rIns="108000" bIns="108000" rtlCol="0" anchor="ctr"/>
            <a:lstStyle/>
            <a:p>
              <a:r>
                <a:rPr lang="en-GB" sz="1600" b="1" dirty="0">
                  <a:latin typeface="Roboto" panose="02000000000000000000" pitchFamily="2" charset="0"/>
                  <a:ea typeface="Roboto" panose="02000000000000000000" pitchFamily="2" charset="0"/>
                </a:rPr>
                <a:t>Animations</a:t>
              </a:r>
            </a:p>
          </p:txBody>
        </p:sp>
        <p:sp>
          <p:nvSpPr>
            <p:cNvPr id="43" name="Rectangle 42">
              <a:extLst>
                <a:ext uri="{FF2B5EF4-FFF2-40B4-BE49-F238E27FC236}">
                  <a16:creationId xmlns:a16="http://schemas.microsoft.com/office/drawing/2014/main" id="{6A96975B-C3DC-451D-8423-D15D5BCDB436}"/>
                </a:ext>
              </a:extLst>
            </p:cNvPr>
            <p:cNvSpPr/>
            <p:nvPr/>
          </p:nvSpPr>
          <p:spPr>
            <a:xfrm>
              <a:off x="755650" y="1618794"/>
              <a:ext cx="7632700" cy="2021268"/>
            </a:xfrm>
            <a:prstGeom prst="rect">
              <a:avLst/>
            </a:prstGeom>
            <a:noFill/>
            <a:ln w="19050">
              <a:solidFill>
                <a:srgbClr val="18A0DB"/>
              </a:solidFill>
            </a:ln>
          </p:spPr>
          <p:txBody>
            <a:bodyPr wrap="square" lIns="216000" tIns="216000" rIns="216000" bIns="216000">
              <a:spAutoFit/>
            </a:bodyPr>
            <a:lstStyle/>
            <a:p>
              <a:pPr>
                <a:spcAft>
                  <a:spcPts val="600"/>
                </a:spcAft>
              </a:pPr>
              <a:r>
                <a:rPr lang="en-GB" sz="1400" dirty="0">
                  <a:latin typeface="Roboto" panose="02000000000000000000" pitchFamily="2" charset="0"/>
                  <a:ea typeface="Roboto" panose="02000000000000000000" pitchFamily="2" charset="0"/>
                </a:rPr>
                <a:t>This resource has been designed with animations to make it as fun and engaging as possible. To view the content in the correct formatting, please view the PowerPoint in ‘slide show mode’. This takes you from desktop to presentation mode. If you view the slides out of ‘slide show mode’, you may find that some of the text and images overlap each other and/or are difficult to read. </a:t>
              </a:r>
            </a:p>
            <a:p>
              <a:pPr>
                <a:spcAft>
                  <a:spcPts val="600"/>
                </a:spcAft>
              </a:pPr>
              <a:r>
                <a:rPr lang="en-GB" sz="1400" dirty="0">
                  <a:latin typeface="Roboto" panose="02000000000000000000" pitchFamily="2" charset="0"/>
                  <a:ea typeface="Roboto" panose="02000000000000000000" pitchFamily="2" charset="0"/>
                </a:rPr>
                <a:t>To enter slide show mode, go to the </a:t>
              </a:r>
              <a:r>
                <a:rPr lang="en-GB" sz="1400" b="1" dirty="0">
                  <a:latin typeface="Roboto" panose="02000000000000000000" pitchFamily="2" charset="0"/>
                  <a:ea typeface="Roboto" panose="02000000000000000000" pitchFamily="2" charset="0"/>
                </a:rPr>
                <a:t>slide show menu tab </a:t>
              </a:r>
              <a:r>
                <a:rPr lang="en-GB" sz="1400" dirty="0">
                  <a:latin typeface="Roboto" panose="02000000000000000000" pitchFamily="2" charset="0"/>
                  <a:ea typeface="Roboto" panose="02000000000000000000" pitchFamily="2" charset="0"/>
                </a:rPr>
                <a:t>and select either </a:t>
              </a:r>
              <a:r>
                <a:rPr lang="en-GB" sz="1400" b="1" dirty="0">
                  <a:latin typeface="Roboto" panose="02000000000000000000" pitchFamily="2" charset="0"/>
                  <a:ea typeface="Roboto" panose="02000000000000000000" pitchFamily="2" charset="0"/>
                </a:rPr>
                <a:t>from beginning</a:t>
              </a:r>
              <a:r>
                <a:rPr lang="en-GB" sz="1400" dirty="0">
                  <a:latin typeface="Roboto" panose="02000000000000000000" pitchFamily="2" charset="0"/>
                  <a:ea typeface="Roboto" panose="02000000000000000000" pitchFamily="2" charset="0"/>
                </a:rPr>
                <a:t> </a:t>
              </a:r>
              <a:r>
                <a:rPr lang="en-GB" sz="1400" b="1" dirty="0">
                  <a:latin typeface="Roboto" panose="02000000000000000000" pitchFamily="2" charset="0"/>
                  <a:ea typeface="Roboto" panose="02000000000000000000" pitchFamily="2" charset="0"/>
                </a:rPr>
                <a:t>or from current slide</a:t>
              </a:r>
              <a:r>
                <a:rPr lang="en-GB" sz="1400" dirty="0">
                  <a:latin typeface="Roboto" panose="02000000000000000000" pitchFamily="2" charset="0"/>
                  <a:ea typeface="Roboto" panose="02000000000000000000" pitchFamily="2" charset="0"/>
                </a:rPr>
                <a:t>.</a:t>
              </a:r>
            </a:p>
          </p:txBody>
        </p:sp>
      </p:grpSp>
      <p:sp>
        <p:nvSpPr>
          <p:cNvPr id="44" name="Rectangle 43">
            <a:extLst>
              <a:ext uri="{FF2B5EF4-FFF2-40B4-BE49-F238E27FC236}">
                <a16:creationId xmlns:a16="http://schemas.microsoft.com/office/drawing/2014/main" id="{C01BCBF7-EAB4-4398-AAB8-B60AC3555113}"/>
              </a:ext>
            </a:extLst>
          </p:cNvPr>
          <p:cNvSpPr/>
          <p:nvPr userDrawn="1"/>
        </p:nvSpPr>
        <p:spPr>
          <a:xfrm>
            <a:off x="743836" y="1163960"/>
            <a:ext cx="7644513" cy="307777"/>
          </a:xfrm>
          <a:prstGeom prst="rect">
            <a:avLst/>
          </a:prstGeom>
        </p:spPr>
        <p:txBody>
          <a:bodyPr wrap="square">
            <a:spAutoFit/>
          </a:bodyPr>
          <a:lstStyle/>
          <a:p>
            <a:pPr algn="ctr"/>
            <a:r>
              <a:rPr lang="en-GB" sz="1400" dirty="0">
                <a:latin typeface="Roboto" panose="02000000000000000000" pitchFamily="2" charset="0"/>
                <a:ea typeface="Roboto" panose="02000000000000000000" pitchFamily="2" charset="0"/>
              </a:rPr>
              <a:t>We hope you find the information on our website and resources useful. </a:t>
            </a:r>
            <a:endParaRPr lang="en-GB" sz="1400" dirty="0"/>
          </a:p>
        </p:txBody>
      </p:sp>
      <p:sp>
        <p:nvSpPr>
          <p:cNvPr id="45" name="TextBox 44">
            <a:extLst>
              <a:ext uri="{FF2B5EF4-FFF2-40B4-BE49-F238E27FC236}">
                <a16:creationId xmlns:a16="http://schemas.microsoft.com/office/drawing/2014/main" id="{3F3091BF-D025-46EF-A448-B4F13C76E242}"/>
              </a:ext>
            </a:extLst>
          </p:cNvPr>
          <p:cNvSpPr txBox="1"/>
          <p:nvPr userDrawn="1"/>
        </p:nvSpPr>
        <p:spPr>
          <a:xfrm>
            <a:off x="755650" y="668014"/>
            <a:ext cx="7632700" cy="523220"/>
          </a:xfrm>
          <a:prstGeom prst="rect">
            <a:avLst/>
          </a:prstGeom>
          <a:noFill/>
        </p:spPr>
        <p:txBody>
          <a:bodyPr wrap="square">
            <a:spAutoFit/>
          </a:bodyPr>
          <a:lstStyle/>
          <a:p>
            <a:pPr lvl="0" algn="ctr"/>
            <a:r>
              <a:rPr lang="en-US" sz="2800" b="1" dirty="0">
                <a:solidFill>
                  <a:srgbClr val="E34192"/>
                </a:solidFill>
                <a:latin typeface="Roboto" panose="02000000000000000000" pitchFamily="2" charset="0"/>
                <a:ea typeface="Roboto" panose="02000000000000000000" pitchFamily="2" charset="0"/>
              </a:rPr>
              <a:t>Disclaimer/s</a:t>
            </a:r>
            <a:endParaRPr lang="en-GB" sz="2800" b="1" dirty="0">
              <a:solidFill>
                <a:srgbClr val="E34192"/>
              </a:solidFill>
            </a:endParaRPr>
          </a:p>
        </p:txBody>
      </p:sp>
    </p:spTree>
    <p:extLst>
      <p:ext uri="{BB962C8B-B14F-4D97-AF65-F5344CB8AC3E}">
        <p14:creationId xmlns:p14="http://schemas.microsoft.com/office/powerpoint/2010/main" val="138645989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External Websites Disclaimer">
    <p:spTree>
      <p:nvGrpSpPr>
        <p:cNvPr id="1" name=""/>
        <p:cNvGrpSpPr/>
        <p:nvPr/>
      </p:nvGrpSpPr>
      <p:grpSpPr>
        <a:xfrm>
          <a:off x="0" y="0"/>
          <a:ext cx="0" cy="0"/>
          <a:chOff x="0" y="0"/>
          <a:chExt cx="0" cy="0"/>
        </a:xfrm>
      </p:grpSpPr>
      <p:sp>
        <p:nvSpPr>
          <p:cNvPr id="5" name="Rounded Rectangle 4"/>
          <p:cNvSpPr/>
          <p:nvPr userDrawn="1"/>
        </p:nvSpPr>
        <p:spPr bwMode="auto">
          <a:xfrm>
            <a:off x="457198" y="438151"/>
            <a:ext cx="8220075" cy="5957887"/>
          </a:xfrm>
          <a:prstGeom prst="roundRect">
            <a:avLst>
              <a:gd name="adj" fmla="val 2649"/>
            </a:avLst>
          </a:prstGeom>
          <a:solidFill>
            <a:schemeClr val="bg1"/>
          </a:solidFill>
          <a:ln w="25400" cap="rnd">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GB" sz="1350" dirty="0">
                <a:latin typeface="Twinkl" pitchFamily="50" charset="0"/>
              </a:rPr>
              <a:t> </a:t>
            </a:r>
          </a:p>
        </p:txBody>
      </p:sp>
      <p:sp>
        <p:nvSpPr>
          <p:cNvPr id="14" name="Title 2">
            <a:extLst>
              <a:ext uri="{FF2B5EF4-FFF2-40B4-BE49-F238E27FC236}">
                <a16:creationId xmlns:a16="http://schemas.microsoft.com/office/drawing/2014/main" id="{A7697262-5601-4023-B08E-475497092739}"/>
              </a:ext>
            </a:extLst>
          </p:cNvPr>
          <p:cNvSpPr>
            <a:spLocks/>
          </p:cNvSpPr>
          <p:nvPr userDrawn="1"/>
        </p:nvSpPr>
        <p:spPr bwMode="auto">
          <a:xfrm>
            <a:off x="457200" y="6283683"/>
            <a:ext cx="8220075" cy="715963"/>
          </a:xfrm>
          <a:prstGeom prst="roundRect">
            <a:avLst>
              <a:gd name="adj" fmla="val 9639"/>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round/>
                <a:headEnd/>
                <a:tailEnd/>
              </a14:hiddenLine>
            </a:ext>
          </a:extLst>
        </p:spPr>
        <p:txBody>
          <a:bodyPr lIns="252000" tIns="252000" rIns="252000" bIns="252000" anchor="ctr" anchorCtr="1"/>
          <a:lstStyle>
            <a:lvl1pPr>
              <a:defRPr>
                <a:solidFill>
                  <a:schemeClr val="tx1"/>
                </a:solidFill>
                <a:latin typeface="Twinkl" pitchFamily="2" charset="0"/>
              </a:defRPr>
            </a:lvl1pPr>
            <a:lvl2pPr marL="742950" indent="-285750">
              <a:defRPr>
                <a:solidFill>
                  <a:schemeClr val="tx1"/>
                </a:solidFill>
                <a:latin typeface="Twinkl" pitchFamily="2" charset="0"/>
              </a:defRPr>
            </a:lvl2pPr>
            <a:lvl3pPr marL="1143000" indent="-228600">
              <a:defRPr>
                <a:solidFill>
                  <a:schemeClr val="tx1"/>
                </a:solidFill>
                <a:latin typeface="Twinkl" pitchFamily="2" charset="0"/>
              </a:defRPr>
            </a:lvl3pPr>
            <a:lvl4pPr marL="1600200" indent="-228600">
              <a:defRPr>
                <a:solidFill>
                  <a:schemeClr val="tx1"/>
                </a:solidFill>
                <a:latin typeface="Twinkl" pitchFamily="2" charset="0"/>
              </a:defRPr>
            </a:lvl4pPr>
            <a:lvl5pPr marL="2057400" indent="-228600">
              <a:defRPr>
                <a:solidFill>
                  <a:schemeClr val="tx1"/>
                </a:solidFill>
                <a:latin typeface="Twinkl" pitchFamily="2" charset="0"/>
              </a:defRPr>
            </a:lvl5pPr>
            <a:lvl6pPr marL="2514600" indent="-228600" eaLnBrk="0" fontAlgn="base" hangingPunct="0">
              <a:spcBef>
                <a:spcPct val="0"/>
              </a:spcBef>
              <a:spcAft>
                <a:spcPct val="0"/>
              </a:spcAft>
              <a:defRPr>
                <a:solidFill>
                  <a:schemeClr val="tx1"/>
                </a:solidFill>
                <a:latin typeface="Twinkl" pitchFamily="2" charset="0"/>
              </a:defRPr>
            </a:lvl6pPr>
            <a:lvl7pPr marL="2971800" indent="-228600" eaLnBrk="0" fontAlgn="base" hangingPunct="0">
              <a:spcBef>
                <a:spcPct val="0"/>
              </a:spcBef>
              <a:spcAft>
                <a:spcPct val="0"/>
              </a:spcAft>
              <a:defRPr>
                <a:solidFill>
                  <a:schemeClr val="tx1"/>
                </a:solidFill>
                <a:latin typeface="Twinkl" pitchFamily="2" charset="0"/>
              </a:defRPr>
            </a:lvl7pPr>
            <a:lvl8pPr marL="3429000" indent="-228600" eaLnBrk="0" fontAlgn="base" hangingPunct="0">
              <a:spcBef>
                <a:spcPct val="0"/>
              </a:spcBef>
              <a:spcAft>
                <a:spcPct val="0"/>
              </a:spcAft>
              <a:defRPr>
                <a:solidFill>
                  <a:schemeClr val="tx1"/>
                </a:solidFill>
                <a:latin typeface="Twinkl" pitchFamily="2" charset="0"/>
              </a:defRPr>
            </a:lvl8pPr>
            <a:lvl9pPr marL="3886200" indent="-228600" eaLnBrk="0" fontAlgn="base" hangingPunct="0">
              <a:spcBef>
                <a:spcPct val="0"/>
              </a:spcBef>
              <a:spcAft>
                <a:spcPct val="0"/>
              </a:spcAft>
              <a:defRPr>
                <a:solidFill>
                  <a:schemeClr val="tx1"/>
                </a:solidFill>
                <a:latin typeface="Twinkl" pitchFamily="2" charset="0"/>
              </a:defRPr>
            </a:lvl9pPr>
          </a:lstStyle>
          <a:p>
            <a:pPr algn="ctr" eaLnBrk="1" hangingPunct="1">
              <a:lnSpc>
                <a:spcPct val="90000"/>
              </a:lnSpc>
            </a:pPr>
            <a:r>
              <a:rPr lang="en-GB" altLang="en-US" sz="1000" dirty="0">
                <a:solidFill>
                  <a:schemeClr val="bg1"/>
                </a:solidFill>
                <a:latin typeface="Roboto" panose="02000000000000000000" pitchFamily="2" charset="0"/>
                <a:ea typeface="Roboto" panose="02000000000000000000" pitchFamily="2" charset="0"/>
                <a:cs typeface="Arial" panose="020B0604020202020204" pitchFamily="34" charset="0"/>
              </a:rPr>
              <a:t>You may wish to delete this slide before beginning the presentation.</a:t>
            </a:r>
          </a:p>
        </p:txBody>
      </p:sp>
      <p:sp>
        <p:nvSpPr>
          <p:cNvPr id="10" name="Rectangle 9">
            <a:extLst>
              <a:ext uri="{FF2B5EF4-FFF2-40B4-BE49-F238E27FC236}">
                <a16:creationId xmlns:a16="http://schemas.microsoft.com/office/drawing/2014/main" id="{7223ECE9-6F1A-4E72-ACE0-06F71C468FDA}"/>
              </a:ext>
            </a:extLst>
          </p:cNvPr>
          <p:cNvSpPr/>
          <p:nvPr userDrawn="1"/>
        </p:nvSpPr>
        <p:spPr>
          <a:xfrm>
            <a:off x="743836" y="1163960"/>
            <a:ext cx="7644513" cy="307777"/>
          </a:xfrm>
          <a:prstGeom prst="rect">
            <a:avLst/>
          </a:prstGeom>
        </p:spPr>
        <p:txBody>
          <a:bodyPr wrap="square">
            <a:spAutoFit/>
          </a:bodyPr>
          <a:lstStyle/>
          <a:p>
            <a:pPr algn="ctr"/>
            <a:r>
              <a:rPr lang="en-GB" sz="1400" dirty="0">
                <a:latin typeface="Roboto" panose="02000000000000000000" pitchFamily="2" charset="0"/>
                <a:ea typeface="Roboto" panose="02000000000000000000" pitchFamily="2" charset="0"/>
              </a:rPr>
              <a:t>We hope you find the information on our website and resources useful. </a:t>
            </a:r>
            <a:endParaRPr lang="en-GB" sz="1400" dirty="0"/>
          </a:p>
        </p:txBody>
      </p:sp>
      <p:grpSp>
        <p:nvGrpSpPr>
          <p:cNvPr id="11" name="Group 10">
            <a:extLst>
              <a:ext uri="{FF2B5EF4-FFF2-40B4-BE49-F238E27FC236}">
                <a16:creationId xmlns:a16="http://schemas.microsoft.com/office/drawing/2014/main" id="{5F05BBF0-ECD1-4FE4-937E-1F73A27AF916}"/>
              </a:ext>
            </a:extLst>
          </p:cNvPr>
          <p:cNvGrpSpPr/>
          <p:nvPr userDrawn="1"/>
        </p:nvGrpSpPr>
        <p:grpSpPr>
          <a:xfrm>
            <a:off x="743837" y="1681195"/>
            <a:ext cx="7644513" cy="2002840"/>
            <a:chOff x="743837" y="1344834"/>
            <a:chExt cx="7644513" cy="2002840"/>
          </a:xfrm>
        </p:grpSpPr>
        <p:sp>
          <p:nvSpPr>
            <p:cNvPr id="12" name="Rectangle 11">
              <a:extLst>
                <a:ext uri="{FF2B5EF4-FFF2-40B4-BE49-F238E27FC236}">
                  <a16:creationId xmlns:a16="http://schemas.microsoft.com/office/drawing/2014/main" id="{D52A1D21-ED2B-43AD-B353-E06410A36383}"/>
                </a:ext>
              </a:extLst>
            </p:cNvPr>
            <p:cNvSpPr/>
            <p:nvPr/>
          </p:nvSpPr>
          <p:spPr>
            <a:xfrm>
              <a:off x="743837" y="1344834"/>
              <a:ext cx="2703717" cy="273960"/>
            </a:xfrm>
            <a:prstGeom prst="rect">
              <a:avLst/>
            </a:prstGeom>
            <a:solidFill>
              <a:srgbClr val="E34192"/>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108000" rIns="108000" bIns="108000" rtlCol="0" anchor="ctr"/>
            <a:lstStyle/>
            <a:p>
              <a:r>
                <a:rPr lang="en-GB" sz="1600" b="1" dirty="0">
                  <a:latin typeface="Roboto" panose="02000000000000000000" pitchFamily="2" charset="0"/>
                  <a:ea typeface="Roboto" panose="02000000000000000000" pitchFamily="2" charset="0"/>
                </a:rPr>
                <a:t>Links to External Websites</a:t>
              </a:r>
            </a:p>
          </p:txBody>
        </p:sp>
        <p:sp>
          <p:nvSpPr>
            <p:cNvPr id="13" name="Rectangle 12">
              <a:extLst>
                <a:ext uri="{FF2B5EF4-FFF2-40B4-BE49-F238E27FC236}">
                  <a16:creationId xmlns:a16="http://schemas.microsoft.com/office/drawing/2014/main" id="{1FFC9EFA-95C1-4D1B-B736-D82D578BE355}"/>
                </a:ext>
              </a:extLst>
            </p:cNvPr>
            <p:cNvSpPr/>
            <p:nvPr/>
          </p:nvSpPr>
          <p:spPr>
            <a:xfrm>
              <a:off x="755650" y="1618794"/>
              <a:ext cx="7632700" cy="1728880"/>
            </a:xfrm>
            <a:prstGeom prst="rect">
              <a:avLst/>
            </a:prstGeom>
            <a:solidFill>
              <a:schemeClr val="bg1"/>
            </a:solidFill>
            <a:ln w="19050">
              <a:solidFill>
                <a:srgbClr val="18A0DB"/>
              </a:solidFill>
            </a:ln>
          </p:spPr>
          <p:txBody>
            <a:bodyPr wrap="square" lIns="216000" tIns="216000" rIns="216000" bIns="216000">
              <a:spAutoFit/>
            </a:bodyPr>
            <a:lstStyle/>
            <a:p>
              <a:r>
                <a:rPr lang="en-GB" sz="1400" dirty="0">
                  <a:latin typeface="Roboto" panose="02000000000000000000" pitchFamily="2" charset="0"/>
                  <a:ea typeface="Roboto" panose="02000000000000000000" pitchFamily="2" charset="0"/>
                </a:rPr>
                <a:t>This resource contains links to external websites. Please be aware that the inclusion of any link in this resource should not be taken as an endorsement of any kind by </a:t>
              </a:r>
              <a:r>
                <a:rPr lang="en-GB" sz="1400" dirty="0" err="1">
                  <a:latin typeface="Roboto" panose="02000000000000000000" pitchFamily="2" charset="0"/>
                  <a:ea typeface="Roboto" panose="02000000000000000000" pitchFamily="2" charset="0"/>
                </a:rPr>
                <a:t>Twinkl</a:t>
              </a:r>
              <a:r>
                <a:rPr lang="en-GB" sz="1400" dirty="0">
                  <a:latin typeface="Roboto" panose="02000000000000000000" pitchFamily="2" charset="0"/>
                  <a:ea typeface="Roboto" panose="02000000000000000000" pitchFamily="2" charset="0"/>
                </a:rPr>
                <a:t> of the linked website or any association with its operators. You should also be aware that we have no control over the availability of the linked pages. If the link is not working, please let us know by contacting </a:t>
              </a:r>
              <a:r>
                <a:rPr lang="en-GB" sz="1400" dirty="0" err="1">
                  <a:latin typeface="Roboto" panose="02000000000000000000" pitchFamily="2" charset="0"/>
                  <a:ea typeface="Roboto" panose="02000000000000000000" pitchFamily="2" charset="0"/>
                </a:rPr>
                <a:t>TwinklCares</a:t>
              </a:r>
              <a:r>
                <a:rPr lang="en-GB" sz="1400" dirty="0">
                  <a:latin typeface="Roboto" panose="02000000000000000000" pitchFamily="2" charset="0"/>
                  <a:ea typeface="Roboto" panose="02000000000000000000" pitchFamily="2" charset="0"/>
                </a:rPr>
                <a:t> and we will try to fix it although we can assume no responsibility if this is the case. We are not responsible for the content of external sites.</a:t>
              </a:r>
            </a:p>
          </p:txBody>
        </p:sp>
      </p:grpSp>
      <p:sp>
        <p:nvSpPr>
          <p:cNvPr id="16" name="TextBox 15">
            <a:extLst>
              <a:ext uri="{FF2B5EF4-FFF2-40B4-BE49-F238E27FC236}">
                <a16:creationId xmlns:a16="http://schemas.microsoft.com/office/drawing/2014/main" id="{3E809478-62E0-4C7A-83A2-03913DD4D89E}"/>
              </a:ext>
            </a:extLst>
          </p:cNvPr>
          <p:cNvSpPr txBox="1"/>
          <p:nvPr userDrawn="1"/>
        </p:nvSpPr>
        <p:spPr>
          <a:xfrm>
            <a:off x="755650" y="668014"/>
            <a:ext cx="7632700" cy="523220"/>
          </a:xfrm>
          <a:prstGeom prst="rect">
            <a:avLst/>
          </a:prstGeom>
          <a:noFill/>
        </p:spPr>
        <p:txBody>
          <a:bodyPr wrap="square">
            <a:spAutoFit/>
          </a:bodyPr>
          <a:lstStyle/>
          <a:p>
            <a:pPr lvl="0" algn="ctr"/>
            <a:r>
              <a:rPr lang="en-US" sz="2800" b="1" dirty="0">
                <a:solidFill>
                  <a:srgbClr val="E34192"/>
                </a:solidFill>
                <a:latin typeface="Roboto" panose="02000000000000000000" pitchFamily="2" charset="0"/>
                <a:ea typeface="Roboto" panose="02000000000000000000" pitchFamily="2" charset="0"/>
              </a:rPr>
              <a:t>Disclaimer/s</a:t>
            </a:r>
            <a:endParaRPr lang="en-GB" sz="2800" b="1" dirty="0">
              <a:solidFill>
                <a:srgbClr val="E34192"/>
              </a:solidFill>
            </a:endParaRPr>
          </a:p>
        </p:txBody>
      </p:sp>
    </p:spTree>
    <p:extLst>
      <p:ext uri="{BB962C8B-B14F-4D97-AF65-F5344CB8AC3E}">
        <p14:creationId xmlns:p14="http://schemas.microsoft.com/office/powerpoint/2010/main" val="21165805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External Video Websites Disclaimer">
    <p:spTree>
      <p:nvGrpSpPr>
        <p:cNvPr id="1" name=""/>
        <p:cNvGrpSpPr/>
        <p:nvPr/>
      </p:nvGrpSpPr>
      <p:grpSpPr>
        <a:xfrm>
          <a:off x="0" y="0"/>
          <a:ext cx="0" cy="0"/>
          <a:chOff x="0" y="0"/>
          <a:chExt cx="0" cy="0"/>
        </a:xfrm>
      </p:grpSpPr>
      <p:sp>
        <p:nvSpPr>
          <p:cNvPr id="5" name="Rounded Rectangle 4"/>
          <p:cNvSpPr/>
          <p:nvPr userDrawn="1"/>
        </p:nvSpPr>
        <p:spPr bwMode="auto">
          <a:xfrm>
            <a:off x="457198" y="438151"/>
            <a:ext cx="8220075" cy="5957887"/>
          </a:xfrm>
          <a:prstGeom prst="roundRect">
            <a:avLst>
              <a:gd name="adj" fmla="val 2649"/>
            </a:avLst>
          </a:prstGeom>
          <a:solidFill>
            <a:schemeClr val="bg1"/>
          </a:solidFill>
          <a:ln w="25400" cap="rnd">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GB" sz="1350" dirty="0">
                <a:latin typeface="Twinkl" pitchFamily="50" charset="0"/>
              </a:rPr>
              <a:t> </a:t>
            </a:r>
          </a:p>
        </p:txBody>
      </p:sp>
      <p:sp>
        <p:nvSpPr>
          <p:cNvPr id="14" name="Title 2">
            <a:extLst>
              <a:ext uri="{FF2B5EF4-FFF2-40B4-BE49-F238E27FC236}">
                <a16:creationId xmlns:a16="http://schemas.microsoft.com/office/drawing/2014/main" id="{A7697262-5601-4023-B08E-475497092739}"/>
              </a:ext>
            </a:extLst>
          </p:cNvPr>
          <p:cNvSpPr>
            <a:spLocks/>
          </p:cNvSpPr>
          <p:nvPr userDrawn="1"/>
        </p:nvSpPr>
        <p:spPr bwMode="auto">
          <a:xfrm>
            <a:off x="457200" y="6283683"/>
            <a:ext cx="8220075" cy="715963"/>
          </a:xfrm>
          <a:prstGeom prst="roundRect">
            <a:avLst>
              <a:gd name="adj" fmla="val 9639"/>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round/>
                <a:headEnd/>
                <a:tailEnd/>
              </a14:hiddenLine>
            </a:ext>
          </a:extLst>
        </p:spPr>
        <p:txBody>
          <a:bodyPr lIns="252000" tIns="252000" rIns="252000" bIns="252000" anchor="ctr" anchorCtr="1"/>
          <a:lstStyle>
            <a:lvl1pPr>
              <a:defRPr>
                <a:solidFill>
                  <a:schemeClr val="tx1"/>
                </a:solidFill>
                <a:latin typeface="Twinkl" pitchFamily="2" charset="0"/>
              </a:defRPr>
            </a:lvl1pPr>
            <a:lvl2pPr marL="742950" indent="-285750">
              <a:defRPr>
                <a:solidFill>
                  <a:schemeClr val="tx1"/>
                </a:solidFill>
                <a:latin typeface="Twinkl" pitchFamily="2" charset="0"/>
              </a:defRPr>
            </a:lvl2pPr>
            <a:lvl3pPr marL="1143000" indent="-228600">
              <a:defRPr>
                <a:solidFill>
                  <a:schemeClr val="tx1"/>
                </a:solidFill>
                <a:latin typeface="Twinkl" pitchFamily="2" charset="0"/>
              </a:defRPr>
            </a:lvl3pPr>
            <a:lvl4pPr marL="1600200" indent="-228600">
              <a:defRPr>
                <a:solidFill>
                  <a:schemeClr val="tx1"/>
                </a:solidFill>
                <a:latin typeface="Twinkl" pitchFamily="2" charset="0"/>
              </a:defRPr>
            </a:lvl4pPr>
            <a:lvl5pPr marL="2057400" indent="-228600">
              <a:defRPr>
                <a:solidFill>
                  <a:schemeClr val="tx1"/>
                </a:solidFill>
                <a:latin typeface="Twinkl" pitchFamily="2" charset="0"/>
              </a:defRPr>
            </a:lvl5pPr>
            <a:lvl6pPr marL="2514600" indent="-228600" eaLnBrk="0" fontAlgn="base" hangingPunct="0">
              <a:spcBef>
                <a:spcPct val="0"/>
              </a:spcBef>
              <a:spcAft>
                <a:spcPct val="0"/>
              </a:spcAft>
              <a:defRPr>
                <a:solidFill>
                  <a:schemeClr val="tx1"/>
                </a:solidFill>
                <a:latin typeface="Twinkl" pitchFamily="2" charset="0"/>
              </a:defRPr>
            </a:lvl6pPr>
            <a:lvl7pPr marL="2971800" indent="-228600" eaLnBrk="0" fontAlgn="base" hangingPunct="0">
              <a:spcBef>
                <a:spcPct val="0"/>
              </a:spcBef>
              <a:spcAft>
                <a:spcPct val="0"/>
              </a:spcAft>
              <a:defRPr>
                <a:solidFill>
                  <a:schemeClr val="tx1"/>
                </a:solidFill>
                <a:latin typeface="Twinkl" pitchFamily="2" charset="0"/>
              </a:defRPr>
            </a:lvl7pPr>
            <a:lvl8pPr marL="3429000" indent="-228600" eaLnBrk="0" fontAlgn="base" hangingPunct="0">
              <a:spcBef>
                <a:spcPct val="0"/>
              </a:spcBef>
              <a:spcAft>
                <a:spcPct val="0"/>
              </a:spcAft>
              <a:defRPr>
                <a:solidFill>
                  <a:schemeClr val="tx1"/>
                </a:solidFill>
                <a:latin typeface="Twinkl" pitchFamily="2" charset="0"/>
              </a:defRPr>
            </a:lvl8pPr>
            <a:lvl9pPr marL="3886200" indent="-228600" eaLnBrk="0" fontAlgn="base" hangingPunct="0">
              <a:spcBef>
                <a:spcPct val="0"/>
              </a:spcBef>
              <a:spcAft>
                <a:spcPct val="0"/>
              </a:spcAft>
              <a:defRPr>
                <a:solidFill>
                  <a:schemeClr val="tx1"/>
                </a:solidFill>
                <a:latin typeface="Twinkl" pitchFamily="2" charset="0"/>
              </a:defRPr>
            </a:lvl9pPr>
          </a:lstStyle>
          <a:p>
            <a:pPr algn="ctr" eaLnBrk="1" hangingPunct="1">
              <a:lnSpc>
                <a:spcPct val="90000"/>
              </a:lnSpc>
            </a:pPr>
            <a:r>
              <a:rPr lang="en-GB" altLang="en-US" sz="1000" dirty="0">
                <a:solidFill>
                  <a:schemeClr val="bg1"/>
                </a:solidFill>
                <a:latin typeface="Roboto" panose="02000000000000000000" pitchFamily="2" charset="0"/>
                <a:ea typeface="Roboto" panose="02000000000000000000" pitchFamily="2" charset="0"/>
                <a:cs typeface="Arial" panose="020B0604020202020204" pitchFamily="34" charset="0"/>
              </a:rPr>
              <a:t>You may wish to delete this slide before beginning the presentation.</a:t>
            </a:r>
          </a:p>
        </p:txBody>
      </p:sp>
      <p:sp>
        <p:nvSpPr>
          <p:cNvPr id="16" name="Rectangle 15">
            <a:extLst>
              <a:ext uri="{FF2B5EF4-FFF2-40B4-BE49-F238E27FC236}">
                <a16:creationId xmlns:a16="http://schemas.microsoft.com/office/drawing/2014/main" id="{E98D6414-A260-404A-9274-A35AB2A1EA5A}"/>
              </a:ext>
            </a:extLst>
          </p:cNvPr>
          <p:cNvSpPr/>
          <p:nvPr userDrawn="1"/>
        </p:nvSpPr>
        <p:spPr>
          <a:xfrm>
            <a:off x="743836" y="1163960"/>
            <a:ext cx="7644513" cy="307777"/>
          </a:xfrm>
          <a:prstGeom prst="rect">
            <a:avLst/>
          </a:prstGeom>
        </p:spPr>
        <p:txBody>
          <a:bodyPr wrap="square">
            <a:spAutoFit/>
          </a:bodyPr>
          <a:lstStyle/>
          <a:p>
            <a:pPr algn="ctr"/>
            <a:r>
              <a:rPr lang="en-GB" sz="1400" dirty="0">
                <a:latin typeface="Roboto" panose="02000000000000000000" pitchFamily="2" charset="0"/>
                <a:ea typeface="Roboto" panose="02000000000000000000" pitchFamily="2" charset="0"/>
              </a:rPr>
              <a:t>We hope you find the information on our website and resources useful. </a:t>
            </a:r>
            <a:endParaRPr lang="en-GB" sz="1400" dirty="0"/>
          </a:p>
        </p:txBody>
      </p:sp>
      <p:grpSp>
        <p:nvGrpSpPr>
          <p:cNvPr id="17" name="Group 16">
            <a:extLst>
              <a:ext uri="{FF2B5EF4-FFF2-40B4-BE49-F238E27FC236}">
                <a16:creationId xmlns:a16="http://schemas.microsoft.com/office/drawing/2014/main" id="{5688A155-CC1C-4CA5-824A-88B66BF4B7D8}"/>
              </a:ext>
            </a:extLst>
          </p:cNvPr>
          <p:cNvGrpSpPr/>
          <p:nvPr userDrawn="1"/>
        </p:nvGrpSpPr>
        <p:grpSpPr>
          <a:xfrm>
            <a:off x="733079" y="1681195"/>
            <a:ext cx="7643458" cy="2649171"/>
            <a:chOff x="744892" y="3707365"/>
            <a:chExt cx="7643458" cy="2649171"/>
          </a:xfrm>
        </p:grpSpPr>
        <p:sp>
          <p:nvSpPr>
            <p:cNvPr id="18" name="Rectangle 17">
              <a:extLst>
                <a:ext uri="{FF2B5EF4-FFF2-40B4-BE49-F238E27FC236}">
                  <a16:creationId xmlns:a16="http://schemas.microsoft.com/office/drawing/2014/main" id="{B519C287-0C36-43FA-A38F-45E9B4A11B4D}"/>
                </a:ext>
              </a:extLst>
            </p:cNvPr>
            <p:cNvSpPr/>
            <p:nvPr/>
          </p:nvSpPr>
          <p:spPr>
            <a:xfrm>
              <a:off x="744892" y="3707365"/>
              <a:ext cx="3214972" cy="273960"/>
            </a:xfrm>
            <a:prstGeom prst="rect">
              <a:avLst/>
            </a:prstGeom>
            <a:solidFill>
              <a:srgbClr val="E34192"/>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108000" rIns="108000" bIns="108000" rtlCol="0" anchor="ctr"/>
            <a:lstStyle/>
            <a:p>
              <a:r>
                <a:rPr lang="en-GB" sz="1600" b="1" dirty="0">
                  <a:latin typeface="Roboto" panose="02000000000000000000" pitchFamily="2" charset="0"/>
                  <a:ea typeface="Roboto" panose="02000000000000000000" pitchFamily="2" charset="0"/>
                </a:rPr>
                <a:t>Links to External Video Websites</a:t>
              </a:r>
            </a:p>
          </p:txBody>
        </p:sp>
        <p:sp>
          <p:nvSpPr>
            <p:cNvPr id="19" name="Rectangle 18">
              <a:extLst>
                <a:ext uri="{FF2B5EF4-FFF2-40B4-BE49-F238E27FC236}">
                  <a16:creationId xmlns:a16="http://schemas.microsoft.com/office/drawing/2014/main" id="{F9BBE2CC-1604-46EB-BCDA-9F6AB7410668}"/>
                </a:ext>
              </a:extLst>
            </p:cNvPr>
            <p:cNvSpPr/>
            <p:nvPr/>
          </p:nvSpPr>
          <p:spPr>
            <a:xfrm>
              <a:off x="755650" y="3981325"/>
              <a:ext cx="7632700" cy="2375211"/>
            </a:xfrm>
            <a:prstGeom prst="rect">
              <a:avLst/>
            </a:prstGeom>
            <a:solidFill>
              <a:schemeClr val="bg1"/>
            </a:solidFill>
            <a:ln w="19050">
              <a:solidFill>
                <a:srgbClr val="18A0DB"/>
              </a:solidFill>
            </a:ln>
          </p:spPr>
          <p:txBody>
            <a:bodyPr wrap="square" lIns="216000" tIns="216000" rIns="216000" bIns="216000">
              <a:spAutoFit/>
            </a:bodyPr>
            <a:lstStyle/>
            <a:p>
              <a:r>
                <a:rPr lang="en-GB" sz="1400" dirty="0">
                  <a:latin typeface="Roboto" panose="02000000000000000000" pitchFamily="2" charset="0"/>
                  <a:ea typeface="Roboto" panose="02000000000000000000" pitchFamily="2" charset="0"/>
                </a:rPr>
                <a:t>This resource contains links to external video websites. These websites often have </a:t>
              </a:r>
              <a:r>
                <a:rPr lang="en-GB" sz="1400" dirty="0" err="1">
                  <a:latin typeface="Roboto" panose="02000000000000000000" pitchFamily="2" charset="0"/>
                  <a:ea typeface="Roboto" panose="02000000000000000000" pitchFamily="2" charset="0"/>
                </a:rPr>
                <a:t>autoplay</a:t>
              </a:r>
              <a:r>
                <a:rPr lang="en-GB" sz="1400" dirty="0">
                  <a:latin typeface="Roboto" panose="02000000000000000000" pitchFamily="2" charset="0"/>
                  <a:ea typeface="Roboto" panose="02000000000000000000" pitchFamily="2" charset="0"/>
                </a:rPr>
                <a:t> features meaning that other videos will play after the video you are watching finishes. You should disable this feature before using the video in any classroom or similar setting. </a:t>
              </a:r>
              <a:r>
                <a:rPr lang="en-GB" sz="1400" dirty="0" err="1">
                  <a:latin typeface="Roboto" panose="02000000000000000000" pitchFamily="2" charset="0"/>
                  <a:ea typeface="Roboto" panose="02000000000000000000" pitchFamily="2" charset="0"/>
                </a:rPr>
                <a:t>Twinkl</a:t>
              </a:r>
              <a:r>
                <a:rPr lang="en-GB" sz="1400" dirty="0">
                  <a:latin typeface="Roboto" panose="02000000000000000000" pitchFamily="2" charset="0"/>
                  <a:ea typeface="Roboto" panose="02000000000000000000" pitchFamily="2" charset="0"/>
                </a:rPr>
                <a:t> assumes no responsibility for the contents of linked websites. The inclusion of any link in this resource should not be taken as an endorsement of any kind by </a:t>
              </a:r>
              <a:r>
                <a:rPr lang="en-GB" sz="1400" dirty="0" err="1">
                  <a:latin typeface="Roboto" panose="02000000000000000000" pitchFamily="2" charset="0"/>
                  <a:ea typeface="Roboto" panose="02000000000000000000" pitchFamily="2" charset="0"/>
                </a:rPr>
                <a:t>Twinkl</a:t>
              </a:r>
              <a:r>
                <a:rPr lang="en-GB" sz="1400" dirty="0">
                  <a:latin typeface="Roboto" panose="02000000000000000000" pitchFamily="2" charset="0"/>
                  <a:ea typeface="Roboto" panose="02000000000000000000" pitchFamily="2" charset="0"/>
                </a:rPr>
                <a:t> of the linked website or any association with its operators. We have no control over the availability of the linked pages. If the link is not working, please let us know by contacting </a:t>
              </a:r>
              <a:r>
                <a:rPr lang="en-GB" sz="1400" dirty="0" err="1">
                  <a:latin typeface="Roboto" panose="02000000000000000000" pitchFamily="2" charset="0"/>
                  <a:ea typeface="Roboto" panose="02000000000000000000" pitchFamily="2" charset="0"/>
                </a:rPr>
                <a:t>TwinklCares</a:t>
              </a:r>
              <a:r>
                <a:rPr lang="en-GB" sz="1400" dirty="0">
                  <a:latin typeface="Roboto" panose="02000000000000000000" pitchFamily="2" charset="0"/>
                  <a:ea typeface="Roboto" panose="02000000000000000000" pitchFamily="2" charset="0"/>
                </a:rPr>
                <a:t> and we will try to fix it, although we can assume no responsibility if this is </a:t>
              </a:r>
              <a:br>
                <a:rPr lang="en-GB" sz="1400" dirty="0">
                  <a:latin typeface="Roboto" panose="02000000000000000000" pitchFamily="2" charset="0"/>
                  <a:ea typeface="Roboto" panose="02000000000000000000" pitchFamily="2" charset="0"/>
                </a:rPr>
              </a:br>
              <a:r>
                <a:rPr lang="en-GB" sz="1400" dirty="0">
                  <a:latin typeface="Roboto" panose="02000000000000000000" pitchFamily="2" charset="0"/>
                  <a:ea typeface="Roboto" panose="02000000000000000000" pitchFamily="2" charset="0"/>
                </a:rPr>
                <a:t>the case.</a:t>
              </a:r>
            </a:p>
          </p:txBody>
        </p:sp>
      </p:grpSp>
      <p:sp>
        <p:nvSpPr>
          <p:cNvPr id="20" name="TextBox 19">
            <a:extLst>
              <a:ext uri="{FF2B5EF4-FFF2-40B4-BE49-F238E27FC236}">
                <a16:creationId xmlns:a16="http://schemas.microsoft.com/office/drawing/2014/main" id="{DFBBCB53-5B3E-420F-B980-49AC69553407}"/>
              </a:ext>
            </a:extLst>
          </p:cNvPr>
          <p:cNvSpPr txBox="1"/>
          <p:nvPr userDrawn="1"/>
        </p:nvSpPr>
        <p:spPr>
          <a:xfrm>
            <a:off x="755650" y="668014"/>
            <a:ext cx="7632700" cy="523220"/>
          </a:xfrm>
          <a:prstGeom prst="rect">
            <a:avLst/>
          </a:prstGeom>
          <a:noFill/>
        </p:spPr>
        <p:txBody>
          <a:bodyPr wrap="square">
            <a:spAutoFit/>
          </a:bodyPr>
          <a:lstStyle/>
          <a:p>
            <a:pPr lvl="0" algn="ctr"/>
            <a:r>
              <a:rPr lang="en-US" sz="2800" b="1" dirty="0">
                <a:solidFill>
                  <a:srgbClr val="E34192"/>
                </a:solidFill>
                <a:latin typeface="Roboto" panose="02000000000000000000" pitchFamily="2" charset="0"/>
                <a:ea typeface="Roboto" panose="02000000000000000000" pitchFamily="2" charset="0"/>
              </a:rPr>
              <a:t>Disclaimer/s</a:t>
            </a:r>
            <a:endParaRPr lang="en-GB" sz="2800" b="1" dirty="0">
              <a:solidFill>
                <a:srgbClr val="E34192"/>
              </a:solidFill>
            </a:endParaRPr>
          </a:p>
        </p:txBody>
      </p:sp>
    </p:spTree>
    <p:extLst>
      <p:ext uri="{BB962C8B-B14F-4D97-AF65-F5344CB8AC3E}">
        <p14:creationId xmlns:p14="http://schemas.microsoft.com/office/powerpoint/2010/main" val="67150652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Disclaimers Editable">
    <p:spTree>
      <p:nvGrpSpPr>
        <p:cNvPr id="1" name=""/>
        <p:cNvGrpSpPr/>
        <p:nvPr/>
      </p:nvGrpSpPr>
      <p:grpSpPr>
        <a:xfrm>
          <a:off x="0" y="0"/>
          <a:ext cx="0" cy="0"/>
          <a:chOff x="0" y="0"/>
          <a:chExt cx="0" cy="0"/>
        </a:xfrm>
      </p:grpSpPr>
      <p:sp>
        <p:nvSpPr>
          <p:cNvPr id="5" name="Rounded Rectangle 4"/>
          <p:cNvSpPr/>
          <p:nvPr userDrawn="1"/>
        </p:nvSpPr>
        <p:spPr bwMode="auto">
          <a:xfrm>
            <a:off x="457198" y="438151"/>
            <a:ext cx="8220075" cy="5957887"/>
          </a:xfrm>
          <a:prstGeom prst="roundRect">
            <a:avLst>
              <a:gd name="adj" fmla="val 2649"/>
            </a:avLst>
          </a:prstGeom>
          <a:solidFill>
            <a:schemeClr val="bg1"/>
          </a:solidFill>
          <a:ln w="25400" cap="rnd">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GB" sz="1350" dirty="0">
                <a:latin typeface="Twinkl" pitchFamily="50" charset="0"/>
              </a:rPr>
              <a:t> </a:t>
            </a:r>
          </a:p>
        </p:txBody>
      </p:sp>
      <p:sp>
        <p:nvSpPr>
          <p:cNvPr id="14" name="Title 2">
            <a:extLst>
              <a:ext uri="{FF2B5EF4-FFF2-40B4-BE49-F238E27FC236}">
                <a16:creationId xmlns:a16="http://schemas.microsoft.com/office/drawing/2014/main" id="{A7697262-5601-4023-B08E-475497092739}"/>
              </a:ext>
            </a:extLst>
          </p:cNvPr>
          <p:cNvSpPr>
            <a:spLocks/>
          </p:cNvSpPr>
          <p:nvPr userDrawn="1"/>
        </p:nvSpPr>
        <p:spPr bwMode="auto">
          <a:xfrm>
            <a:off x="457200" y="6283683"/>
            <a:ext cx="8220075" cy="715963"/>
          </a:xfrm>
          <a:prstGeom prst="roundRect">
            <a:avLst>
              <a:gd name="adj" fmla="val 9639"/>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round/>
                <a:headEnd/>
                <a:tailEnd/>
              </a14:hiddenLine>
            </a:ext>
          </a:extLst>
        </p:spPr>
        <p:txBody>
          <a:bodyPr lIns="252000" tIns="252000" rIns="252000" bIns="252000" anchor="ctr" anchorCtr="1"/>
          <a:lstStyle>
            <a:lvl1pPr>
              <a:defRPr>
                <a:solidFill>
                  <a:schemeClr val="tx1"/>
                </a:solidFill>
                <a:latin typeface="Twinkl" pitchFamily="2" charset="0"/>
              </a:defRPr>
            </a:lvl1pPr>
            <a:lvl2pPr marL="742950" indent="-285750">
              <a:defRPr>
                <a:solidFill>
                  <a:schemeClr val="tx1"/>
                </a:solidFill>
                <a:latin typeface="Twinkl" pitchFamily="2" charset="0"/>
              </a:defRPr>
            </a:lvl2pPr>
            <a:lvl3pPr marL="1143000" indent="-228600">
              <a:defRPr>
                <a:solidFill>
                  <a:schemeClr val="tx1"/>
                </a:solidFill>
                <a:latin typeface="Twinkl" pitchFamily="2" charset="0"/>
              </a:defRPr>
            </a:lvl3pPr>
            <a:lvl4pPr marL="1600200" indent="-228600">
              <a:defRPr>
                <a:solidFill>
                  <a:schemeClr val="tx1"/>
                </a:solidFill>
                <a:latin typeface="Twinkl" pitchFamily="2" charset="0"/>
              </a:defRPr>
            </a:lvl4pPr>
            <a:lvl5pPr marL="2057400" indent="-228600">
              <a:defRPr>
                <a:solidFill>
                  <a:schemeClr val="tx1"/>
                </a:solidFill>
                <a:latin typeface="Twinkl" pitchFamily="2" charset="0"/>
              </a:defRPr>
            </a:lvl5pPr>
            <a:lvl6pPr marL="2514600" indent="-228600" eaLnBrk="0" fontAlgn="base" hangingPunct="0">
              <a:spcBef>
                <a:spcPct val="0"/>
              </a:spcBef>
              <a:spcAft>
                <a:spcPct val="0"/>
              </a:spcAft>
              <a:defRPr>
                <a:solidFill>
                  <a:schemeClr val="tx1"/>
                </a:solidFill>
                <a:latin typeface="Twinkl" pitchFamily="2" charset="0"/>
              </a:defRPr>
            </a:lvl6pPr>
            <a:lvl7pPr marL="2971800" indent="-228600" eaLnBrk="0" fontAlgn="base" hangingPunct="0">
              <a:spcBef>
                <a:spcPct val="0"/>
              </a:spcBef>
              <a:spcAft>
                <a:spcPct val="0"/>
              </a:spcAft>
              <a:defRPr>
                <a:solidFill>
                  <a:schemeClr val="tx1"/>
                </a:solidFill>
                <a:latin typeface="Twinkl" pitchFamily="2" charset="0"/>
              </a:defRPr>
            </a:lvl7pPr>
            <a:lvl8pPr marL="3429000" indent="-228600" eaLnBrk="0" fontAlgn="base" hangingPunct="0">
              <a:spcBef>
                <a:spcPct val="0"/>
              </a:spcBef>
              <a:spcAft>
                <a:spcPct val="0"/>
              </a:spcAft>
              <a:defRPr>
                <a:solidFill>
                  <a:schemeClr val="tx1"/>
                </a:solidFill>
                <a:latin typeface="Twinkl" pitchFamily="2" charset="0"/>
              </a:defRPr>
            </a:lvl8pPr>
            <a:lvl9pPr marL="3886200" indent="-228600" eaLnBrk="0" fontAlgn="base" hangingPunct="0">
              <a:spcBef>
                <a:spcPct val="0"/>
              </a:spcBef>
              <a:spcAft>
                <a:spcPct val="0"/>
              </a:spcAft>
              <a:defRPr>
                <a:solidFill>
                  <a:schemeClr val="tx1"/>
                </a:solidFill>
                <a:latin typeface="Twinkl" pitchFamily="2" charset="0"/>
              </a:defRPr>
            </a:lvl9pPr>
          </a:lstStyle>
          <a:p>
            <a:pPr algn="ctr" eaLnBrk="1" hangingPunct="1">
              <a:lnSpc>
                <a:spcPct val="90000"/>
              </a:lnSpc>
            </a:pPr>
            <a:r>
              <a:rPr lang="en-GB" altLang="en-US" sz="1000" dirty="0">
                <a:solidFill>
                  <a:schemeClr val="bg1"/>
                </a:solidFill>
                <a:latin typeface="Roboto" panose="02000000000000000000" pitchFamily="2" charset="0"/>
                <a:ea typeface="Roboto" panose="02000000000000000000" pitchFamily="2" charset="0"/>
                <a:cs typeface="Arial" panose="020B0604020202020204" pitchFamily="34" charset="0"/>
              </a:rPr>
              <a:t>You may wish to delete this slide before beginning the presentation.</a:t>
            </a:r>
          </a:p>
        </p:txBody>
      </p:sp>
      <p:sp>
        <p:nvSpPr>
          <p:cNvPr id="10" name="Rectangle 9">
            <a:extLst>
              <a:ext uri="{FF2B5EF4-FFF2-40B4-BE49-F238E27FC236}">
                <a16:creationId xmlns:a16="http://schemas.microsoft.com/office/drawing/2014/main" id="{89AF2E5A-21A6-4DED-A279-863F1FD479A6}"/>
              </a:ext>
            </a:extLst>
          </p:cNvPr>
          <p:cNvSpPr/>
          <p:nvPr userDrawn="1"/>
        </p:nvSpPr>
        <p:spPr>
          <a:xfrm>
            <a:off x="743836" y="1163960"/>
            <a:ext cx="7644513" cy="307777"/>
          </a:xfrm>
          <a:prstGeom prst="rect">
            <a:avLst/>
          </a:prstGeom>
        </p:spPr>
        <p:txBody>
          <a:bodyPr wrap="square">
            <a:spAutoFit/>
          </a:bodyPr>
          <a:lstStyle/>
          <a:p>
            <a:pPr algn="ctr"/>
            <a:r>
              <a:rPr lang="en-GB" sz="1400" dirty="0">
                <a:latin typeface="Roboto" panose="02000000000000000000" pitchFamily="2" charset="0"/>
                <a:ea typeface="Roboto" panose="02000000000000000000" pitchFamily="2" charset="0"/>
              </a:rPr>
              <a:t>We hope you find the information on our website and resources useful. </a:t>
            </a:r>
            <a:endParaRPr lang="en-GB" sz="1400" dirty="0"/>
          </a:p>
        </p:txBody>
      </p:sp>
      <p:grpSp>
        <p:nvGrpSpPr>
          <p:cNvPr id="20" name="Group 19">
            <a:extLst>
              <a:ext uri="{FF2B5EF4-FFF2-40B4-BE49-F238E27FC236}">
                <a16:creationId xmlns:a16="http://schemas.microsoft.com/office/drawing/2014/main" id="{0F0C260B-7A5F-4EEA-B147-DE8B78F68034}"/>
              </a:ext>
            </a:extLst>
          </p:cNvPr>
          <p:cNvGrpSpPr/>
          <p:nvPr userDrawn="1"/>
        </p:nvGrpSpPr>
        <p:grpSpPr>
          <a:xfrm>
            <a:off x="733079" y="3957995"/>
            <a:ext cx="7643458" cy="2002840"/>
            <a:chOff x="744892" y="3707365"/>
            <a:chExt cx="7643458" cy="2002840"/>
          </a:xfrm>
        </p:grpSpPr>
        <p:sp>
          <p:nvSpPr>
            <p:cNvPr id="21" name="Rectangle 20">
              <a:extLst>
                <a:ext uri="{FF2B5EF4-FFF2-40B4-BE49-F238E27FC236}">
                  <a16:creationId xmlns:a16="http://schemas.microsoft.com/office/drawing/2014/main" id="{55E2DD96-F714-4CFE-8121-9BD618AA74C8}"/>
                </a:ext>
              </a:extLst>
            </p:cNvPr>
            <p:cNvSpPr/>
            <p:nvPr/>
          </p:nvSpPr>
          <p:spPr>
            <a:xfrm>
              <a:off x="744892" y="3707365"/>
              <a:ext cx="1741673" cy="273960"/>
            </a:xfrm>
            <a:prstGeom prst="rect">
              <a:avLst/>
            </a:prstGeom>
            <a:solidFill>
              <a:srgbClr val="E34192"/>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108000" rIns="108000" bIns="108000" rtlCol="0" anchor="ctr">
              <a:noAutofit/>
            </a:bodyPr>
            <a:lstStyle/>
            <a:p>
              <a:r>
                <a:rPr lang="en-GB" sz="1600" b="1" dirty="0">
                  <a:latin typeface="Roboto" panose="02000000000000000000" pitchFamily="2" charset="0"/>
                  <a:ea typeface="Roboto" panose="02000000000000000000" pitchFamily="2" charset="0"/>
                </a:rPr>
                <a:t>Insert Text Here</a:t>
              </a:r>
            </a:p>
          </p:txBody>
        </p:sp>
        <p:sp>
          <p:nvSpPr>
            <p:cNvPr id="22" name="Rectangle 21">
              <a:extLst>
                <a:ext uri="{FF2B5EF4-FFF2-40B4-BE49-F238E27FC236}">
                  <a16:creationId xmlns:a16="http://schemas.microsoft.com/office/drawing/2014/main" id="{110E9556-8ED8-404D-9793-60568C040CEB}"/>
                </a:ext>
              </a:extLst>
            </p:cNvPr>
            <p:cNvSpPr/>
            <p:nvPr/>
          </p:nvSpPr>
          <p:spPr>
            <a:xfrm>
              <a:off x="755650" y="3981325"/>
              <a:ext cx="7632700" cy="1728880"/>
            </a:xfrm>
            <a:prstGeom prst="rect">
              <a:avLst/>
            </a:prstGeom>
            <a:solidFill>
              <a:schemeClr val="bg1"/>
            </a:solidFill>
            <a:ln w="19050">
              <a:solidFill>
                <a:srgbClr val="18A0DB"/>
              </a:solidFill>
            </a:ln>
          </p:spPr>
          <p:txBody>
            <a:bodyPr wrap="square" lIns="216000" tIns="216000" rIns="216000" bIns="216000">
              <a:spAutoFit/>
            </a:bodyPr>
            <a:lstStyle/>
            <a:p>
              <a:r>
                <a:rPr lang="en-GB" sz="1400" dirty="0">
                  <a:latin typeface="Roboto" panose="02000000000000000000" pitchFamily="2" charset="0"/>
                  <a:ea typeface="Roboto" panose="02000000000000000000" pitchFamily="2" charset="0"/>
                </a:rPr>
                <a:t>Lorem ipsum </a:t>
              </a:r>
              <a:r>
                <a:rPr lang="en-GB" sz="1400" dirty="0" err="1">
                  <a:latin typeface="Roboto" panose="02000000000000000000" pitchFamily="2" charset="0"/>
                  <a:ea typeface="Roboto" panose="02000000000000000000" pitchFamily="2" charset="0"/>
                </a:rPr>
                <a:t>dolor</a:t>
              </a:r>
              <a:r>
                <a:rPr lang="en-GB" sz="1400" dirty="0">
                  <a:latin typeface="Roboto" panose="02000000000000000000" pitchFamily="2" charset="0"/>
                  <a:ea typeface="Roboto" panose="02000000000000000000" pitchFamily="2" charset="0"/>
                </a:rPr>
                <a:t> sit </a:t>
              </a:r>
              <a:r>
                <a:rPr lang="en-GB" sz="1400" dirty="0" err="1">
                  <a:latin typeface="Roboto" panose="02000000000000000000" pitchFamily="2" charset="0"/>
                  <a:ea typeface="Roboto" panose="02000000000000000000" pitchFamily="2" charset="0"/>
                </a:rPr>
                <a:t>amet</a:t>
              </a:r>
              <a:r>
                <a:rPr lang="en-GB" sz="1400" dirty="0">
                  <a:latin typeface="Roboto" panose="02000000000000000000" pitchFamily="2" charset="0"/>
                  <a:ea typeface="Roboto" panose="02000000000000000000" pitchFamily="2" charset="0"/>
                </a:rPr>
                <a:t>, </a:t>
              </a:r>
              <a:r>
                <a:rPr lang="en-GB" sz="1400" dirty="0" err="1">
                  <a:latin typeface="Roboto" panose="02000000000000000000" pitchFamily="2" charset="0"/>
                  <a:ea typeface="Roboto" panose="02000000000000000000" pitchFamily="2" charset="0"/>
                </a:rPr>
                <a:t>consectetur</a:t>
              </a:r>
              <a:r>
                <a:rPr lang="en-GB" sz="1400" dirty="0">
                  <a:latin typeface="Roboto" panose="02000000000000000000" pitchFamily="2" charset="0"/>
                  <a:ea typeface="Roboto" panose="02000000000000000000" pitchFamily="2" charset="0"/>
                </a:rPr>
                <a:t> </a:t>
              </a:r>
              <a:r>
                <a:rPr lang="en-GB" sz="1400" dirty="0" err="1">
                  <a:latin typeface="Roboto" panose="02000000000000000000" pitchFamily="2" charset="0"/>
                  <a:ea typeface="Roboto" panose="02000000000000000000" pitchFamily="2" charset="0"/>
                </a:rPr>
                <a:t>adipiscing</a:t>
              </a:r>
              <a:r>
                <a:rPr lang="en-GB" sz="1400" dirty="0">
                  <a:latin typeface="Roboto" panose="02000000000000000000" pitchFamily="2" charset="0"/>
                  <a:ea typeface="Roboto" panose="02000000000000000000" pitchFamily="2" charset="0"/>
                </a:rPr>
                <a:t> </a:t>
              </a:r>
              <a:r>
                <a:rPr lang="en-GB" sz="1400" dirty="0" err="1">
                  <a:latin typeface="Roboto" panose="02000000000000000000" pitchFamily="2" charset="0"/>
                  <a:ea typeface="Roboto" panose="02000000000000000000" pitchFamily="2" charset="0"/>
                </a:rPr>
                <a:t>elit</a:t>
              </a:r>
              <a:r>
                <a:rPr lang="en-GB" sz="1400" dirty="0">
                  <a:latin typeface="Roboto" panose="02000000000000000000" pitchFamily="2" charset="0"/>
                  <a:ea typeface="Roboto" panose="02000000000000000000" pitchFamily="2" charset="0"/>
                </a:rPr>
                <a:t>, </a:t>
              </a:r>
              <a:r>
                <a:rPr lang="en-GB" sz="1400" dirty="0" err="1">
                  <a:latin typeface="Roboto" panose="02000000000000000000" pitchFamily="2" charset="0"/>
                  <a:ea typeface="Roboto" panose="02000000000000000000" pitchFamily="2" charset="0"/>
                </a:rPr>
                <a:t>sed</a:t>
              </a:r>
              <a:r>
                <a:rPr lang="en-GB" sz="1400" dirty="0">
                  <a:latin typeface="Roboto" panose="02000000000000000000" pitchFamily="2" charset="0"/>
                  <a:ea typeface="Roboto" panose="02000000000000000000" pitchFamily="2" charset="0"/>
                </a:rPr>
                <a:t> do </a:t>
              </a:r>
              <a:r>
                <a:rPr lang="en-GB" sz="1400" dirty="0" err="1">
                  <a:latin typeface="Roboto" panose="02000000000000000000" pitchFamily="2" charset="0"/>
                  <a:ea typeface="Roboto" panose="02000000000000000000" pitchFamily="2" charset="0"/>
                </a:rPr>
                <a:t>eiusmod</a:t>
              </a:r>
              <a:r>
                <a:rPr lang="en-GB" sz="1400" dirty="0">
                  <a:latin typeface="Roboto" panose="02000000000000000000" pitchFamily="2" charset="0"/>
                  <a:ea typeface="Roboto" panose="02000000000000000000" pitchFamily="2" charset="0"/>
                </a:rPr>
                <a:t> </a:t>
              </a:r>
              <a:r>
                <a:rPr lang="en-GB" sz="1400" dirty="0" err="1">
                  <a:latin typeface="Roboto" panose="02000000000000000000" pitchFamily="2" charset="0"/>
                  <a:ea typeface="Roboto" panose="02000000000000000000" pitchFamily="2" charset="0"/>
                </a:rPr>
                <a:t>tempor</a:t>
              </a:r>
              <a:r>
                <a:rPr lang="en-GB" sz="1400" dirty="0">
                  <a:latin typeface="Roboto" panose="02000000000000000000" pitchFamily="2" charset="0"/>
                  <a:ea typeface="Roboto" panose="02000000000000000000" pitchFamily="2" charset="0"/>
                </a:rPr>
                <a:t> </a:t>
              </a:r>
              <a:r>
                <a:rPr lang="en-GB" sz="1400" dirty="0" err="1">
                  <a:latin typeface="Roboto" panose="02000000000000000000" pitchFamily="2" charset="0"/>
                  <a:ea typeface="Roboto" panose="02000000000000000000" pitchFamily="2" charset="0"/>
                </a:rPr>
                <a:t>incididunt</a:t>
              </a:r>
              <a:r>
                <a:rPr lang="en-GB" sz="1400" dirty="0">
                  <a:latin typeface="Roboto" panose="02000000000000000000" pitchFamily="2" charset="0"/>
                  <a:ea typeface="Roboto" panose="02000000000000000000" pitchFamily="2" charset="0"/>
                </a:rPr>
                <a:t> </a:t>
              </a:r>
              <a:r>
                <a:rPr lang="en-GB" sz="1400" dirty="0" err="1">
                  <a:latin typeface="Roboto" panose="02000000000000000000" pitchFamily="2" charset="0"/>
                  <a:ea typeface="Roboto" panose="02000000000000000000" pitchFamily="2" charset="0"/>
                </a:rPr>
                <a:t>ut</a:t>
              </a:r>
              <a:r>
                <a:rPr lang="en-GB" sz="1400" dirty="0">
                  <a:latin typeface="Roboto" panose="02000000000000000000" pitchFamily="2" charset="0"/>
                  <a:ea typeface="Roboto" panose="02000000000000000000" pitchFamily="2" charset="0"/>
                </a:rPr>
                <a:t> labore et dolore magna </a:t>
              </a:r>
              <a:r>
                <a:rPr lang="en-GB" sz="1400" dirty="0" err="1">
                  <a:latin typeface="Roboto" panose="02000000000000000000" pitchFamily="2" charset="0"/>
                  <a:ea typeface="Roboto" panose="02000000000000000000" pitchFamily="2" charset="0"/>
                </a:rPr>
                <a:t>aliqua</a:t>
              </a:r>
              <a:r>
                <a:rPr lang="en-GB" sz="1400" dirty="0">
                  <a:latin typeface="Roboto" panose="02000000000000000000" pitchFamily="2" charset="0"/>
                  <a:ea typeface="Roboto" panose="02000000000000000000" pitchFamily="2" charset="0"/>
                </a:rPr>
                <a:t>. Ut </a:t>
              </a:r>
              <a:r>
                <a:rPr lang="en-GB" sz="1400" dirty="0" err="1">
                  <a:latin typeface="Roboto" panose="02000000000000000000" pitchFamily="2" charset="0"/>
                  <a:ea typeface="Roboto" panose="02000000000000000000" pitchFamily="2" charset="0"/>
                </a:rPr>
                <a:t>enim</a:t>
              </a:r>
              <a:r>
                <a:rPr lang="en-GB" sz="1400" dirty="0">
                  <a:latin typeface="Roboto" panose="02000000000000000000" pitchFamily="2" charset="0"/>
                  <a:ea typeface="Roboto" panose="02000000000000000000" pitchFamily="2" charset="0"/>
                </a:rPr>
                <a:t> ad minim </a:t>
              </a:r>
              <a:r>
                <a:rPr lang="en-GB" sz="1400" dirty="0" err="1">
                  <a:latin typeface="Roboto" panose="02000000000000000000" pitchFamily="2" charset="0"/>
                  <a:ea typeface="Roboto" panose="02000000000000000000" pitchFamily="2" charset="0"/>
                </a:rPr>
                <a:t>veniam</a:t>
              </a:r>
              <a:r>
                <a:rPr lang="en-GB" sz="1400" dirty="0">
                  <a:latin typeface="Roboto" panose="02000000000000000000" pitchFamily="2" charset="0"/>
                  <a:ea typeface="Roboto" panose="02000000000000000000" pitchFamily="2" charset="0"/>
                </a:rPr>
                <a:t>, </a:t>
              </a:r>
              <a:r>
                <a:rPr lang="en-GB" sz="1400" dirty="0" err="1">
                  <a:latin typeface="Roboto" panose="02000000000000000000" pitchFamily="2" charset="0"/>
                  <a:ea typeface="Roboto" panose="02000000000000000000" pitchFamily="2" charset="0"/>
                </a:rPr>
                <a:t>quis</a:t>
              </a:r>
              <a:r>
                <a:rPr lang="en-GB" sz="1400" dirty="0">
                  <a:latin typeface="Roboto" panose="02000000000000000000" pitchFamily="2" charset="0"/>
                  <a:ea typeface="Roboto" panose="02000000000000000000" pitchFamily="2" charset="0"/>
                </a:rPr>
                <a:t> </a:t>
              </a:r>
              <a:r>
                <a:rPr lang="en-GB" sz="1400" dirty="0" err="1">
                  <a:latin typeface="Roboto" panose="02000000000000000000" pitchFamily="2" charset="0"/>
                  <a:ea typeface="Roboto" panose="02000000000000000000" pitchFamily="2" charset="0"/>
                </a:rPr>
                <a:t>nostrud</a:t>
              </a:r>
              <a:r>
                <a:rPr lang="en-GB" sz="1400" dirty="0">
                  <a:latin typeface="Roboto" panose="02000000000000000000" pitchFamily="2" charset="0"/>
                  <a:ea typeface="Roboto" panose="02000000000000000000" pitchFamily="2" charset="0"/>
                </a:rPr>
                <a:t> exercitation </a:t>
              </a:r>
              <a:r>
                <a:rPr lang="en-GB" sz="1400" dirty="0" err="1">
                  <a:latin typeface="Roboto" panose="02000000000000000000" pitchFamily="2" charset="0"/>
                  <a:ea typeface="Roboto" panose="02000000000000000000" pitchFamily="2" charset="0"/>
                </a:rPr>
                <a:t>ullamco</a:t>
              </a:r>
              <a:r>
                <a:rPr lang="en-GB" sz="1400" dirty="0">
                  <a:latin typeface="Roboto" panose="02000000000000000000" pitchFamily="2" charset="0"/>
                  <a:ea typeface="Roboto" panose="02000000000000000000" pitchFamily="2" charset="0"/>
                </a:rPr>
                <a:t> </a:t>
              </a:r>
              <a:r>
                <a:rPr lang="en-GB" sz="1400" dirty="0" err="1">
                  <a:latin typeface="Roboto" panose="02000000000000000000" pitchFamily="2" charset="0"/>
                  <a:ea typeface="Roboto" panose="02000000000000000000" pitchFamily="2" charset="0"/>
                </a:rPr>
                <a:t>laboris</a:t>
              </a:r>
              <a:r>
                <a:rPr lang="en-GB" sz="1400" dirty="0">
                  <a:latin typeface="Roboto" panose="02000000000000000000" pitchFamily="2" charset="0"/>
                  <a:ea typeface="Roboto" panose="02000000000000000000" pitchFamily="2" charset="0"/>
                </a:rPr>
                <a:t> nisi </a:t>
              </a:r>
              <a:r>
                <a:rPr lang="en-GB" sz="1400" dirty="0" err="1">
                  <a:latin typeface="Roboto" panose="02000000000000000000" pitchFamily="2" charset="0"/>
                  <a:ea typeface="Roboto" panose="02000000000000000000" pitchFamily="2" charset="0"/>
                </a:rPr>
                <a:t>ut</a:t>
              </a:r>
              <a:r>
                <a:rPr lang="en-GB" sz="1400" dirty="0">
                  <a:latin typeface="Roboto" panose="02000000000000000000" pitchFamily="2" charset="0"/>
                  <a:ea typeface="Roboto" panose="02000000000000000000" pitchFamily="2" charset="0"/>
                </a:rPr>
                <a:t> </a:t>
              </a:r>
              <a:r>
                <a:rPr lang="en-GB" sz="1400" dirty="0" err="1">
                  <a:latin typeface="Roboto" panose="02000000000000000000" pitchFamily="2" charset="0"/>
                  <a:ea typeface="Roboto" panose="02000000000000000000" pitchFamily="2" charset="0"/>
                </a:rPr>
                <a:t>aliquip</a:t>
              </a:r>
              <a:r>
                <a:rPr lang="en-GB" sz="1400" dirty="0">
                  <a:latin typeface="Roboto" panose="02000000000000000000" pitchFamily="2" charset="0"/>
                  <a:ea typeface="Roboto" panose="02000000000000000000" pitchFamily="2" charset="0"/>
                </a:rPr>
                <a:t> ex </a:t>
              </a:r>
              <a:r>
                <a:rPr lang="en-GB" sz="1400" dirty="0" err="1">
                  <a:latin typeface="Roboto" panose="02000000000000000000" pitchFamily="2" charset="0"/>
                  <a:ea typeface="Roboto" panose="02000000000000000000" pitchFamily="2" charset="0"/>
                </a:rPr>
                <a:t>ea</a:t>
              </a:r>
              <a:r>
                <a:rPr lang="en-GB" sz="1400" dirty="0">
                  <a:latin typeface="Roboto" panose="02000000000000000000" pitchFamily="2" charset="0"/>
                  <a:ea typeface="Roboto" panose="02000000000000000000" pitchFamily="2" charset="0"/>
                </a:rPr>
                <a:t> </a:t>
              </a:r>
              <a:r>
                <a:rPr lang="en-GB" sz="1400" dirty="0" err="1">
                  <a:latin typeface="Roboto" panose="02000000000000000000" pitchFamily="2" charset="0"/>
                  <a:ea typeface="Roboto" panose="02000000000000000000" pitchFamily="2" charset="0"/>
                </a:rPr>
                <a:t>commodo</a:t>
              </a:r>
              <a:r>
                <a:rPr lang="en-GB" sz="1400" dirty="0">
                  <a:latin typeface="Roboto" panose="02000000000000000000" pitchFamily="2" charset="0"/>
                  <a:ea typeface="Roboto" panose="02000000000000000000" pitchFamily="2" charset="0"/>
                </a:rPr>
                <a:t> </a:t>
              </a:r>
              <a:r>
                <a:rPr lang="en-GB" sz="1400" dirty="0" err="1">
                  <a:latin typeface="Roboto" panose="02000000000000000000" pitchFamily="2" charset="0"/>
                  <a:ea typeface="Roboto" panose="02000000000000000000" pitchFamily="2" charset="0"/>
                </a:rPr>
                <a:t>consequat</a:t>
              </a:r>
              <a:r>
                <a:rPr lang="en-GB" sz="1400" dirty="0">
                  <a:latin typeface="Roboto" panose="02000000000000000000" pitchFamily="2" charset="0"/>
                  <a:ea typeface="Roboto" panose="02000000000000000000" pitchFamily="2" charset="0"/>
                </a:rPr>
                <a:t>. Duis </a:t>
              </a:r>
              <a:r>
                <a:rPr lang="en-GB" sz="1400" dirty="0" err="1">
                  <a:latin typeface="Roboto" panose="02000000000000000000" pitchFamily="2" charset="0"/>
                  <a:ea typeface="Roboto" panose="02000000000000000000" pitchFamily="2" charset="0"/>
                </a:rPr>
                <a:t>aute</a:t>
              </a:r>
              <a:r>
                <a:rPr lang="en-GB" sz="1400" dirty="0">
                  <a:latin typeface="Roboto" panose="02000000000000000000" pitchFamily="2" charset="0"/>
                  <a:ea typeface="Roboto" panose="02000000000000000000" pitchFamily="2" charset="0"/>
                </a:rPr>
                <a:t> </a:t>
              </a:r>
              <a:r>
                <a:rPr lang="en-GB" sz="1400" dirty="0" err="1">
                  <a:latin typeface="Roboto" panose="02000000000000000000" pitchFamily="2" charset="0"/>
                  <a:ea typeface="Roboto" panose="02000000000000000000" pitchFamily="2" charset="0"/>
                </a:rPr>
                <a:t>irure</a:t>
              </a:r>
              <a:r>
                <a:rPr lang="en-GB" sz="1400" dirty="0">
                  <a:latin typeface="Roboto" panose="02000000000000000000" pitchFamily="2" charset="0"/>
                  <a:ea typeface="Roboto" panose="02000000000000000000" pitchFamily="2" charset="0"/>
                </a:rPr>
                <a:t> </a:t>
              </a:r>
              <a:r>
                <a:rPr lang="en-GB" sz="1400" dirty="0" err="1">
                  <a:latin typeface="Roboto" panose="02000000000000000000" pitchFamily="2" charset="0"/>
                  <a:ea typeface="Roboto" panose="02000000000000000000" pitchFamily="2" charset="0"/>
                </a:rPr>
                <a:t>dolor</a:t>
              </a:r>
              <a:r>
                <a:rPr lang="en-GB" sz="1400" dirty="0">
                  <a:latin typeface="Roboto" panose="02000000000000000000" pitchFamily="2" charset="0"/>
                  <a:ea typeface="Roboto" panose="02000000000000000000" pitchFamily="2" charset="0"/>
                </a:rPr>
                <a:t> in </a:t>
              </a:r>
              <a:r>
                <a:rPr lang="en-GB" sz="1400" dirty="0" err="1">
                  <a:latin typeface="Roboto" panose="02000000000000000000" pitchFamily="2" charset="0"/>
                  <a:ea typeface="Roboto" panose="02000000000000000000" pitchFamily="2" charset="0"/>
                </a:rPr>
                <a:t>reprehenderit</a:t>
              </a:r>
              <a:r>
                <a:rPr lang="en-GB" sz="1400" dirty="0">
                  <a:latin typeface="Roboto" panose="02000000000000000000" pitchFamily="2" charset="0"/>
                  <a:ea typeface="Roboto" panose="02000000000000000000" pitchFamily="2" charset="0"/>
                </a:rPr>
                <a:t> in </a:t>
              </a:r>
              <a:r>
                <a:rPr lang="en-GB" sz="1400" dirty="0" err="1">
                  <a:latin typeface="Roboto" panose="02000000000000000000" pitchFamily="2" charset="0"/>
                  <a:ea typeface="Roboto" panose="02000000000000000000" pitchFamily="2" charset="0"/>
                </a:rPr>
                <a:t>voluptate</a:t>
              </a:r>
              <a:r>
                <a:rPr lang="en-GB" sz="1400" dirty="0">
                  <a:latin typeface="Roboto" panose="02000000000000000000" pitchFamily="2" charset="0"/>
                  <a:ea typeface="Roboto" panose="02000000000000000000" pitchFamily="2" charset="0"/>
                </a:rPr>
                <a:t> </a:t>
              </a:r>
              <a:r>
                <a:rPr lang="en-GB" sz="1400" dirty="0" err="1">
                  <a:latin typeface="Roboto" panose="02000000000000000000" pitchFamily="2" charset="0"/>
                  <a:ea typeface="Roboto" panose="02000000000000000000" pitchFamily="2" charset="0"/>
                </a:rPr>
                <a:t>velit</a:t>
              </a:r>
              <a:r>
                <a:rPr lang="en-GB" sz="1400" dirty="0">
                  <a:latin typeface="Roboto" panose="02000000000000000000" pitchFamily="2" charset="0"/>
                  <a:ea typeface="Roboto" panose="02000000000000000000" pitchFamily="2" charset="0"/>
                </a:rPr>
                <a:t> </a:t>
              </a:r>
              <a:r>
                <a:rPr lang="en-GB" sz="1400" dirty="0" err="1">
                  <a:latin typeface="Roboto" panose="02000000000000000000" pitchFamily="2" charset="0"/>
                  <a:ea typeface="Roboto" panose="02000000000000000000" pitchFamily="2" charset="0"/>
                </a:rPr>
                <a:t>esse</a:t>
              </a:r>
              <a:r>
                <a:rPr lang="en-GB" sz="1400" dirty="0">
                  <a:latin typeface="Roboto" panose="02000000000000000000" pitchFamily="2" charset="0"/>
                  <a:ea typeface="Roboto" panose="02000000000000000000" pitchFamily="2" charset="0"/>
                </a:rPr>
                <a:t> </a:t>
              </a:r>
              <a:r>
                <a:rPr lang="en-GB" sz="1400" dirty="0" err="1">
                  <a:latin typeface="Roboto" panose="02000000000000000000" pitchFamily="2" charset="0"/>
                  <a:ea typeface="Roboto" panose="02000000000000000000" pitchFamily="2" charset="0"/>
                </a:rPr>
                <a:t>cillum</a:t>
              </a:r>
              <a:r>
                <a:rPr lang="en-GB" sz="1400" dirty="0">
                  <a:latin typeface="Roboto" panose="02000000000000000000" pitchFamily="2" charset="0"/>
                  <a:ea typeface="Roboto" panose="02000000000000000000" pitchFamily="2" charset="0"/>
                </a:rPr>
                <a:t> dolore </a:t>
              </a:r>
              <a:r>
                <a:rPr lang="en-GB" sz="1400" dirty="0" err="1">
                  <a:latin typeface="Roboto" panose="02000000000000000000" pitchFamily="2" charset="0"/>
                  <a:ea typeface="Roboto" panose="02000000000000000000" pitchFamily="2" charset="0"/>
                </a:rPr>
                <a:t>eu</a:t>
              </a:r>
              <a:r>
                <a:rPr lang="en-GB" sz="1400" dirty="0">
                  <a:latin typeface="Roboto" panose="02000000000000000000" pitchFamily="2" charset="0"/>
                  <a:ea typeface="Roboto" panose="02000000000000000000" pitchFamily="2" charset="0"/>
                </a:rPr>
                <a:t> </a:t>
              </a:r>
              <a:r>
                <a:rPr lang="en-GB" sz="1400" dirty="0" err="1">
                  <a:latin typeface="Roboto" panose="02000000000000000000" pitchFamily="2" charset="0"/>
                  <a:ea typeface="Roboto" panose="02000000000000000000" pitchFamily="2" charset="0"/>
                </a:rPr>
                <a:t>fugiat</a:t>
              </a:r>
              <a:r>
                <a:rPr lang="en-GB" sz="1400" dirty="0">
                  <a:latin typeface="Roboto" panose="02000000000000000000" pitchFamily="2" charset="0"/>
                  <a:ea typeface="Roboto" panose="02000000000000000000" pitchFamily="2" charset="0"/>
                </a:rPr>
                <a:t> </a:t>
              </a:r>
              <a:r>
                <a:rPr lang="en-GB" sz="1400" dirty="0" err="1">
                  <a:latin typeface="Roboto" panose="02000000000000000000" pitchFamily="2" charset="0"/>
                  <a:ea typeface="Roboto" panose="02000000000000000000" pitchFamily="2" charset="0"/>
                </a:rPr>
                <a:t>nulla</a:t>
              </a:r>
              <a:r>
                <a:rPr lang="en-GB" sz="1400" dirty="0">
                  <a:latin typeface="Roboto" panose="02000000000000000000" pitchFamily="2" charset="0"/>
                  <a:ea typeface="Roboto" panose="02000000000000000000" pitchFamily="2" charset="0"/>
                </a:rPr>
                <a:t> </a:t>
              </a:r>
              <a:r>
                <a:rPr lang="en-GB" sz="1400" dirty="0" err="1">
                  <a:latin typeface="Roboto" panose="02000000000000000000" pitchFamily="2" charset="0"/>
                  <a:ea typeface="Roboto" panose="02000000000000000000" pitchFamily="2" charset="0"/>
                </a:rPr>
                <a:t>pariatur</a:t>
              </a:r>
              <a:r>
                <a:rPr lang="en-GB" sz="1400" dirty="0">
                  <a:latin typeface="Roboto" panose="02000000000000000000" pitchFamily="2" charset="0"/>
                  <a:ea typeface="Roboto" panose="02000000000000000000" pitchFamily="2" charset="0"/>
                </a:rPr>
                <a:t>. </a:t>
              </a:r>
              <a:r>
                <a:rPr lang="en-GB" sz="1400" dirty="0" err="1">
                  <a:latin typeface="Roboto" panose="02000000000000000000" pitchFamily="2" charset="0"/>
                  <a:ea typeface="Roboto" panose="02000000000000000000" pitchFamily="2" charset="0"/>
                </a:rPr>
                <a:t>Excepteur</a:t>
              </a:r>
              <a:r>
                <a:rPr lang="en-GB" sz="1400" dirty="0">
                  <a:latin typeface="Roboto" panose="02000000000000000000" pitchFamily="2" charset="0"/>
                  <a:ea typeface="Roboto" panose="02000000000000000000" pitchFamily="2" charset="0"/>
                </a:rPr>
                <a:t> </a:t>
              </a:r>
              <a:r>
                <a:rPr lang="en-GB" sz="1400" dirty="0" err="1">
                  <a:latin typeface="Roboto" panose="02000000000000000000" pitchFamily="2" charset="0"/>
                  <a:ea typeface="Roboto" panose="02000000000000000000" pitchFamily="2" charset="0"/>
                </a:rPr>
                <a:t>sint</a:t>
              </a:r>
              <a:r>
                <a:rPr lang="en-GB" sz="1400" dirty="0">
                  <a:latin typeface="Roboto" panose="02000000000000000000" pitchFamily="2" charset="0"/>
                  <a:ea typeface="Roboto" panose="02000000000000000000" pitchFamily="2" charset="0"/>
                </a:rPr>
                <a:t> </a:t>
              </a:r>
              <a:r>
                <a:rPr lang="en-GB" sz="1400" dirty="0" err="1">
                  <a:latin typeface="Roboto" panose="02000000000000000000" pitchFamily="2" charset="0"/>
                  <a:ea typeface="Roboto" panose="02000000000000000000" pitchFamily="2" charset="0"/>
                </a:rPr>
                <a:t>occaecat</a:t>
              </a:r>
              <a:r>
                <a:rPr lang="en-GB" sz="1400" dirty="0">
                  <a:latin typeface="Roboto" panose="02000000000000000000" pitchFamily="2" charset="0"/>
                  <a:ea typeface="Roboto" panose="02000000000000000000" pitchFamily="2" charset="0"/>
                </a:rPr>
                <a:t> </a:t>
              </a:r>
              <a:r>
                <a:rPr lang="en-GB" sz="1400" dirty="0" err="1">
                  <a:latin typeface="Roboto" panose="02000000000000000000" pitchFamily="2" charset="0"/>
                  <a:ea typeface="Roboto" panose="02000000000000000000" pitchFamily="2" charset="0"/>
                </a:rPr>
                <a:t>cupidatat</a:t>
              </a:r>
              <a:r>
                <a:rPr lang="en-GB" sz="1400" dirty="0">
                  <a:latin typeface="Roboto" panose="02000000000000000000" pitchFamily="2" charset="0"/>
                  <a:ea typeface="Roboto" panose="02000000000000000000" pitchFamily="2" charset="0"/>
                </a:rPr>
                <a:t> non </a:t>
              </a:r>
              <a:r>
                <a:rPr lang="en-GB" sz="1400" dirty="0" err="1">
                  <a:latin typeface="Roboto" panose="02000000000000000000" pitchFamily="2" charset="0"/>
                  <a:ea typeface="Roboto" panose="02000000000000000000" pitchFamily="2" charset="0"/>
                </a:rPr>
                <a:t>proident</a:t>
              </a:r>
              <a:r>
                <a:rPr lang="en-GB" sz="1400" dirty="0">
                  <a:latin typeface="Roboto" panose="02000000000000000000" pitchFamily="2" charset="0"/>
                  <a:ea typeface="Roboto" panose="02000000000000000000" pitchFamily="2" charset="0"/>
                </a:rPr>
                <a:t>, sunt in culpa qui </a:t>
              </a:r>
              <a:r>
                <a:rPr lang="en-GB" sz="1400" dirty="0" err="1">
                  <a:latin typeface="Roboto" panose="02000000000000000000" pitchFamily="2" charset="0"/>
                  <a:ea typeface="Roboto" panose="02000000000000000000" pitchFamily="2" charset="0"/>
                </a:rPr>
                <a:t>officia</a:t>
              </a:r>
              <a:r>
                <a:rPr lang="en-GB" sz="1400" dirty="0">
                  <a:latin typeface="Roboto" panose="02000000000000000000" pitchFamily="2" charset="0"/>
                  <a:ea typeface="Roboto" panose="02000000000000000000" pitchFamily="2" charset="0"/>
                </a:rPr>
                <a:t> </a:t>
              </a:r>
              <a:r>
                <a:rPr lang="en-GB" sz="1400" dirty="0" err="1">
                  <a:latin typeface="Roboto" panose="02000000000000000000" pitchFamily="2" charset="0"/>
                  <a:ea typeface="Roboto" panose="02000000000000000000" pitchFamily="2" charset="0"/>
                </a:rPr>
                <a:t>deserunt</a:t>
              </a:r>
              <a:r>
                <a:rPr lang="en-GB" sz="1400" dirty="0">
                  <a:latin typeface="Roboto" panose="02000000000000000000" pitchFamily="2" charset="0"/>
                  <a:ea typeface="Roboto" panose="02000000000000000000" pitchFamily="2" charset="0"/>
                </a:rPr>
                <a:t> </a:t>
              </a:r>
              <a:r>
                <a:rPr lang="en-GB" sz="1400" dirty="0" err="1">
                  <a:latin typeface="Roboto" panose="02000000000000000000" pitchFamily="2" charset="0"/>
                  <a:ea typeface="Roboto" panose="02000000000000000000" pitchFamily="2" charset="0"/>
                </a:rPr>
                <a:t>mollit</a:t>
              </a:r>
              <a:r>
                <a:rPr lang="en-GB" sz="1400" dirty="0">
                  <a:latin typeface="Roboto" panose="02000000000000000000" pitchFamily="2" charset="0"/>
                  <a:ea typeface="Roboto" panose="02000000000000000000" pitchFamily="2" charset="0"/>
                </a:rPr>
                <a:t> </a:t>
              </a:r>
              <a:r>
                <a:rPr lang="en-GB" sz="1400" dirty="0" err="1">
                  <a:latin typeface="Roboto" panose="02000000000000000000" pitchFamily="2" charset="0"/>
                  <a:ea typeface="Roboto" panose="02000000000000000000" pitchFamily="2" charset="0"/>
                </a:rPr>
                <a:t>anim</a:t>
              </a:r>
              <a:r>
                <a:rPr lang="en-GB" sz="1400" dirty="0">
                  <a:latin typeface="Roboto" panose="02000000000000000000" pitchFamily="2" charset="0"/>
                  <a:ea typeface="Roboto" panose="02000000000000000000" pitchFamily="2" charset="0"/>
                </a:rPr>
                <a:t> id </a:t>
              </a:r>
              <a:r>
                <a:rPr lang="en-GB" sz="1400" dirty="0" err="1">
                  <a:latin typeface="Roboto" panose="02000000000000000000" pitchFamily="2" charset="0"/>
                  <a:ea typeface="Roboto" panose="02000000000000000000" pitchFamily="2" charset="0"/>
                </a:rPr>
                <a:t>est</a:t>
              </a:r>
              <a:r>
                <a:rPr lang="en-GB" sz="1400" dirty="0">
                  <a:latin typeface="Roboto" panose="02000000000000000000" pitchFamily="2" charset="0"/>
                  <a:ea typeface="Roboto" panose="02000000000000000000" pitchFamily="2" charset="0"/>
                </a:rPr>
                <a:t> </a:t>
              </a:r>
              <a:r>
                <a:rPr lang="en-GB" sz="1400" dirty="0" err="1">
                  <a:latin typeface="Roboto" panose="02000000000000000000" pitchFamily="2" charset="0"/>
                  <a:ea typeface="Roboto" panose="02000000000000000000" pitchFamily="2" charset="0"/>
                </a:rPr>
                <a:t>laborum</a:t>
              </a:r>
              <a:r>
                <a:rPr lang="en-GB" sz="1400" dirty="0">
                  <a:latin typeface="Roboto" panose="02000000000000000000" pitchFamily="2" charset="0"/>
                  <a:ea typeface="Roboto" panose="02000000000000000000" pitchFamily="2" charset="0"/>
                </a:rPr>
                <a:t>.</a:t>
              </a:r>
            </a:p>
          </p:txBody>
        </p:sp>
      </p:grpSp>
      <p:sp>
        <p:nvSpPr>
          <p:cNvPr id="23" name="TextBox 22">
            <a:extLst>
              <a:ext uri="{FF2B5EF4-FFF2-40B4-BE49-F238E27FC236}">
                <a16:creationId xmlns:a16="http://schemas.microsoft.com/office/drawing/2014/main" id="{A19C2661-D570-405D-A1E4-6CF9CAC8BE24}"/>
              </a:ext>
            </a:extLst>
          </p:cNvPr>
          <p:cNvSpPr txBox="1"/>
          <p:nvPr userDrawn="1"/>
        </p:nvSpPr>
        <p:spPr>
          <a:xfrm>
            <a:off x="755650" y="668014"/>
            <a:ext cx="7632700" cy="523220"/>
          </a:xfrm>
          <a:prstGeom prst="rect">
            <a:avLst/>
          </a:prstGeom>
          <a:noFill/>
        </p:spPr>
        <p:txBody>
          <a:bodyPr wrap="square">
            <a:spAutoFit/>
          </a:bodyPr>
          <a:lstStyle/>
          <a:p>
            <a:pPr lvl="0" algn="ctr"/>
            <a:r>
              <a:rPr lang="en-US" sz="2800" b="1" dirty="0">
                <a:solidFill>
                  <a:srgbClr val="E34192"/>
                </a:solidFill>
                <a:latin typeface="Roboto" panose="02000000000000000000" pitchFamily="2" charset="0"/>
                <a:ea typeface="Roboto" panose="02000000000000000000" pitchFamily="2" charset="0"/>
              </a:rPr>
              <a:t>Disclaimer/s</a:t>
            </a:r>
            <a:endParaRPr lang="en-GB" sz="2800" b="1" dirty="0">
              <a:solidFill>
                <a:srgbClr val="E34192"/>
              </a:solidFill>
            </a:endParaRPr>
          </a:p>
        </p:txBody>
      </p:sp>
      <p:grpSp>
        <p:nvGrpSpPr>
          <p:cNvPr id="40" name="Group 39">
            <a:extLst>
              <a:ext uri="{FF2B5EF4-FFF2-40B4-BE49-F238E27FC236}">
                <a16:creationId xmlns:a16="http://schemas.microsoft.com/office/drawing/2014/main" id="{C6AC6D2F-10A3-489C-9A80-706183C3A327}"/>
              </a:ext>
            </a:extLst>
          </p:cNvPr>
          <p:cNvGrpSpPr/>
          <p:nvPr userDrawn="1"/>
        </p:nvGrpSpPr>
        <p:grpSpPr>
          <a:xfrm>
            <a:off x="735818" y="1678482"/>
            <a:ext cx="7643458" cy="2002840"/>
            <a:chOff x="744892" y="3707365"/>
            <a:chExt cx="7643458" cy="2002840"/>
          </a:xfrm>
        </p:grpSpPr>
        <p:sp>
          <p:nvSpPr>
            <p:cNvPr id="41" name="Rectangle 40">
              <a:extLst>
                <a:ext uri="{FF2B5EF4-FFF2-40B4-BE49-F238E27FC236}">
                  <a16:creationId xmlns:a16="http://schemas.microsoft.com/office/drawing/2014/main" id="{B0D18F5C-122B-478C-AA2E-1A9D89C3D4CD}"/>
                </a:ext>
              </a:extLst>
            </p:cNvPr>
            <p:cNvSpPr/>
            <p:nvPr/>
          </p:nvSpPr>
          <p:spPr>
            <a:xfrm>
              <a:off x="744892" y="3707365"/>
              <a:ext cx="1741673" cy="273960"/>
            </a:xfrm>
            <a:prstGeom prst="rect">
              <a:avLst/>
            </a:prstGeom>
            <a:solidFill>
              <a:srgbClr val="E34192"/>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108000" rIns="108000" bIns="108000" rtlCol="0" anchor="ctr">
              <a:noAutofit/>
            </a:bodyPr>
            <a:lstStyle/>
            <a:p>
              <a:r>
                <a:rPr lang="en-GB" sz="1600" b="1" dirty="0">
                  <a:latin typeface="Roboto" panose="02000000000000000000" pitchFamily="2" charset="0"/>
                  <a:ea typeface="Roboto" panose="02000000000000000000" pitchFamily="2" charset="0"/>
                </a:rPr>
                <a:t>Insert Text Here</a:t>
              </a:r>
            </a:p>
          </p:txBody>
        </p:sp>
        <p:sp>
          <p:nvSpPr>
            <p:cNvPr id="42" name="Rectangle 41">
              <a:extLst>
                <a:ext uri="{FF2B5EF4-FFF2-40B4-BE49-F238E27FC236}">
                  <a16:creationId xmlns:a16="http://schemas.microsoft.com/office/drawing/2014/main" id="{43633EA5-BFCB-47C1-B42E-6602A01D8301}"/>
                </a:ext>
              </a:extLst>
            </p:cNvPr>
            <p:cNvSpPr/>
            <p:nvPr/>
          </p:nvSpPr>
          <p:spPr>
            <a:xfrm>
              <a:off x="755650" y="3981325"/>
              <a:ext cx="7632700" cy="1728880"/>
            </a:xfrm>
            <a:prstGeom prst="rect">
              <a:avLst/>
            </a:prstGeom>
            <a:solidFill>
              <a:schemeClr val="bg1"/>
            </a:solidFill>
            <a:ln w="19050">
              <a:solidFill>
                <a:srgbClr val="18A0DB"/>
              </a:solidFill>
            </a:ln>
          </p:spPr>
          <p:txBody>
            <a:bodyPr wrap="square" lIns="216000" tIns="216000" rIns="216000" bIns="216000">
              <a:spAutoFit/>
            </a:bodyPr>
            <a:lstStyle/>
            <a:p>
              <a:r>
                <a:rPr lang="en-GB" sz="1400" dirty="0">
                  <a:latin typeface="Roboto" panose="02000000000000000000" pitchFamily="2" charset="0"/>
                  <a:ea typeface="Roboto" panose="02000000000000000000" pitchFamily="2" charset="0"/>
                </a:rPr>
                <a:t>Lorem ipsum </a:t>
              </a:r>
              <a:r>
                <a:rPr lang="en-GB" sz="1400" dirty="0" err="1">
                  <a:latin typeface="Roboto" panose="02000000000000000000" pitchFamily="2" charset="0"/>
                  <a:ea typeface="Roboto" panose="02000000000000000000" pitchFamily="2" charset="0"/>
                </a:rPr>
                <a:t>dolor</a:t>
              </a:r>
              <a:r>
                <a:rPr lang="en-GB" sz="1400" dirty="0">
                  <a:latin typeface="Roboto" panose="02000000000000000000" pitchFamily="2" charset="0"/>
                  <a:ea typeface="Roboto" panose="02000000000000000000" pitchFamily="2" charset="0"/>
                </a:rPr>
                <a:t> sit </a:t>
              </a:r>
              <a:r>
                <a:rPr lang="en-GB" sz="1400" dirty="0" err="1">
                  <a:latin typeface="Roboto" panose="02000000000000000000" pitchFamily="2" charset="0"/>
                  <a:ea typeface="Roboto" panose="02000000000000000000" pitchFamily="2" charset="0"/>
                </a:rPr>
                <a:t>amet</a:t>
              </a:r>
              <a:r>
                <a:rPr lang="en-GB" sz="1400" dirty="0">
                  <a:latin typeface="Roboto" panose="02000000000000000000" pitchFamily="2" charset="0"/>
                  <a:ea typeface="Roboto" panose="02000000000000000000" pitchFamily="2" charset="0"/>
                </a:rPr>
                <a:t>, </a:t>
              </a:r>
              <a:r>
                <a:rPr lang="en-GB" sz="1400" dirty="0" err="1">
                  <a:latin typeface="Roboto" panose="02000000000000000000" pitchFamily="2" charset="0"/>
                  <a:ea typeface="Roboto" panose="02000000000000000000" pitchFamily="2" charset="0"/>
                </a:rPr>
                <a:t>consectetur</a:t>
              </a:r>
              <a:r>
                <a:rPr lang="en-GB" sz="1400" dirty="0">
                  <a:latin typeface="Roboto" panose="02000000000000000000" pitchFamily="2" charset="0"/>
                  <a:ea typeface="Roboto" panose="02000000000000000000" pitchFamily="2" charset="0"/>
                </a:rPr>
                <a:t> </a:t>
              </a:r>
              <a:r>
                <a:rPr lang="en-GB" sz="1400" dirty="0" err="1">
                  <a:latin typeface="Roboto" panose="02000000000000000000" pitchFamily="2" charset="0"/>
                  <a:ea typeface="Roboto" panose="02000000000000000000" pitchFamily="2" charset="0"/>
                </a:rPr>
                <a:t>adipiscing</a:t>
              </a:r>
              <a:r>
                <a:rPr lang="en-GB" sz="1400" dirty="0">
                  <a:latin typeface="Roboto" panose="02000000000000000000" pitchFamily="2" charset="0"/>
                  <a:ea typeface="Roboto" panose="02000000000000000000" pitchFamily="2" charset="0"/>
                </a:rPr>
                <a:t> </a:t>
              </a:r>
              <a:r>
                <a:rPr lang="en-GB" sz="1400" dirty="0" err="1">
                  <a:latin typeface="Roboto" panose="02000000000000000000" pitchFamily="2" charset="0"/>
                  <a:ea typeface="Roboto" panose="02000000000000000000" pitchFamily="2" charset="0"/>
                </a:rPr>
                <a:t>elit</a:t>
              </a:r>
              <a:r>
                <a:rPr lang="en-GB" sz="1400" dirty="0">
                  <a:latin typeface="Roboto" panose="02000000000000000000" pitchFamily="2" charset="0"/>
                  <a:ea typeface="Roboto" panose="02000000000000000000" pitchFamily="2" charset="0"/>
                </a:rPr>
                <a:t>, </a:t>
              </a:r>
              <a:r>
                <a:rPr lang="en-GB" sz="1400" dirty="0" err="1">
                  <a:latin typeface="Roboto" panose="02000000000000000000" pitchFamily="2" charset="0"/>
                  <a:ea typeface="Roboto" panose="02000000000000000000" pitchFamily="2" charset="0"/>
                </a:rPr>
                <a:t>sed</a:t>
              </a:r>
              <a:r>
                <a:rPr lang="en-GB" sz="1400" dirty="0">
                  <a:latin typeface="Roboto" panose="02000000000000000000" pitchFamily="2" charset="0"/>
                  <a:ea typeface="Roboto" panose="02000000000000000000" pitchFamily="2" charset="0"/>
                </a:rPr>
                <a:t> do </a:t>
              </a:r>
              <a:r>
                <a:rPr lang="en-GB" sz="1400" dirty="0" err="1">
                  <a:latin typeface="Roboto" panose="02000000000000000000" pitchFamily="2" charset="0"/>
                  <a:ea typeface="Roboto" panose="02000000000000000000" pitchFamily="2" charset="0"/>
                </a:rPr>
                <a:t>eiusmod</a:t>
              </a:r>
              <a:r>
                <a:rPr lang="en-GB" sz="1400" dirty="0">
                  <a:latin typeface="Roboto" panose="02000000000000000000" pitchFamily="2" charset="0"/>
                  <a:ea typeface="Roboto" panose="02000000000000000000" pitchFamily="2" charset="0"/>
                </a:rPr>
                <a:t> </a:t>
              </a:r>
              <a:r>
                <a:rPr lang="en-GB" sz="1400" dirty="0" err="1">
                  <a:latin typeface="Roboto" panose="02000000000000000000" pitchFamily="2" charset="0"/>
                  <a:ea typeface="Roboto" panose="02000000000000000000" pitchFamily="2" charset="0"/>
                </a:rPr>
                <a:t>tempor</a:t>
              </a:r>
              <a:r>
                <a:rPr lang="en-GB" sz="1400" dirty="0">
                  <a:latin typeface="Roboto" panose="02000000000000000000" pitchFamily="2" charset="0"/>
                  <a:ea typeface="Roboto" panose="02000000000000000000" pitchFamily="2" charset="0"/>
                </a:rPr>
                <a:t> </a:t>
              </a:r>
              <a:r>
                <a:rPr lang="en-GB" sz="1400" dirty="0" err="1">
                  <a:latin typeface="Roboto" panose="02000000000000000000" pitchFamily="2" charset="0"/>
                  <a:ea typeface="Roboto" panose="02000000000000000000" pitchFamily="2" charset="0"/>
                </a:rPr>
                <a:t>incididunt</a:t>
              </a:r>
              <a:r>
                <a:rPr lang="en-GB" sz="1400" dirty="0">
                  <a:latin typeface="Roboto" panose="02000000000000000000" pitchFamily="2" charset="0"/>
                  <a:ea typeface="Roboto" panose="02000000000000000000" pitchFamily="2" charset="0"/>
                </a:rPr>
                <a:t> </a:t>
              </a:r>
              <a:r>
                <a:rPr lang="en-GB" sz="1400" dirty="0" err="1">
                  <a:latin typeface="Roboto" panose="02000000000000000000" pitchFamily="2" charset="0"/>
                  <a:ea typeface="Roboto" panose="02000000000000000000" pitchFamily="2" charset="0"/>
                </a:rPr>
                <a:t>ut</a:t>
              </a:r>
              <a:r>
                <a:rPr lang="en-GB" sz="1400" dirty="0">
                  <a:latin typeface="Roboto" panose="02000000000000000000" pitchFamily="2" charset="0"/>
                  <a:ea typeface="Roboto" panose="02000000000000000000" pitchFamily="2" charset="0"/>
                </a:rPr>
                <a:t> labore et dolore magna </a:t>
              </a:r>
              <a:r>
                <a:rPr lang="en-GB" sz="1400" dirty="0" err="1">
                  <a:latin typeface="Roboto" panose="02000000000000000000" pitchFamily="2" charset="0"/>
                  <a:ea typeface="Roboto" panose="02000000000000000000" pitchFamily="2" charset="0"/>
                </a:rPr>
                <a:t>aliqua</a:t>
              </a:r>
              <a:r>
                <a:rPr lang="en-GB" sz="1400" dirty="0">
                  <a:latin typeface="Roboto" panose="02000000000000000000" pitchFamily="2" charset="0"/>
                  <a:ea typeface="Roboto" panose="02000000000000000000" pitchFamily="2" charset="0"/>
                </a:rPr>
                <a:t>. Ut </a:t>
              </a:r>
              <a:r>
                <a:rPr lang="en-GB" sz="1400" dirty="0" err="1">
                  <a:latin typeface="Roboto" panose="02000000000000000000" pitchFamily="2" charset="0"/>
                  <a:ea typeface="Roboto" panose="02000000000000000000" pitchFamily="2" charset="0"/>
                </a:rPr>
                <a:t>enim</a:t>
              </a:r>
              <a:r>
                <a:rPr lang="en-GB" sz="1400" dirty="0">
                  <a:latin typeface="Roboto" panose="02000000000000000000" pitchFamily="2" charset="0"/>
                  <a:ea typeface="Roboto" panose="02000000000000000000" pitchFamily="2" charset="0"/>
                </a:rPr>
                <a:t> ad minim </a:t>
              </a:r>
              <a:r>
                <a:rPr lang="en-GB" sz="1400" dirty="0" err="1">
                  <a:latin typeface="Roboto" panose="02000000000000000000" pitchFamily="2" charset="0"/>
                  <a:ea typeface="Roboto" panose="02000000000000000000" pitchFamily="2" charset="0"/>
                </a:rPr>
                <a:t>veniam</a:t>
              </a:r>
              <a:r>
                <a:rPr lang="en-GB" sz="1400" dirty="0">
                  <a:latin typeface="Roboto" panose="02000000000000000000" pitchFamily="2" charset="0"/>
                  <a:ea typeface="Roboto" panose="02000000000000000000" pitchFamily="2" charset="0"/>
                </a:rPr>
                <a:t>, </a:t>
              </a:r>
              <a:r>
                <a:rPr lang="en-GB" sz="1400" dirty="0" err="1">
                  <a:latin typeface="Roboto" panose="02000000000000000000" pitchFamily="2" charset="0"/>
                  <a:ea typeface="Roboto" panose="02000000000000000000" pitchFamily="2" charset="0"/>
                </a:rPr>
                <a:t>quis</a:t>
              </a:r>
              <a:r>
                <a:rPr lang="en-GB" sz="1400" dirty="0">
                  <a:latin typeface="Roboto" panose="02000000000000000000" pitchFamily="2" charset="0"/>
                  <a:ea typeface="Roboto" panose="02000000000000000000" pitchFamily="2" charset="0"/>
                </a:rPr>
                <a:t> </a:t>
              </a:r>
              <a:r>
                <a:rPr lang="en-GB" sz="1400" dirty="0" err="1">
                  <a:latin typeface="Roboto" panose="02000000000000000000" pitchFamily="2" charset="0"/>
                  <a:ea typeface="Roboto" panose="02000000000000000000" pitchFamily="2" charset="0"/>
                </a:rPr>
                <a:t>nostrud</a:t>
              </a:r>
              <a:r>
                <a:rPr lang="en-GB" sz="1400" dirty="0">
                  <a:latin typeface="Roboto" panose="02000000000000000000" pitchFamily="2" charset="0"/>
                  <a:ea typeface="Roboto" panose="02000000000000000000" pitchFamily="2" charset="0"/>
                </a:rPr>
                <a:t> exercitation </a:t>
              </a:r>
              <a:r>
                <a:rPr lang="en-GB" sz="1400" dirty="0" err="1">
                  <a:latin typeface="Roboto" panose="02000000000000000000" pitchFamily="2" charset="0"/>
                  <a:ea typeface="Roboto" panose="02000000000000000000" pitchFamily="2" charset="0"/>
                </a:rPr>
                <a:t>ullamco</a:t>
              </a:r>
              <a:r>
                <a:rPr lang="en-GB" sz="1400" dirty="0">
                  <a:latin typeface="Roboto" panose="02000000000000000000" pitchFamily="2" charset="0"/>
                  <a:ea typeface="Roboto" panose="02000000000000000000" pitchFamily="2" charset="0"/>
                </a:rPr>
                <a:t> </a:t>
              </a:r>
              <a:r>
                <a:rPr lang="en-GB" sz="1400" dirty="0" err="1">
                  <a:latin typeface="Roboto" panose="02000000000000000000" pitchFamily="2" charset="0"/>
                  <a:ea typeface="Roboto" panose="02000000000000000000" pitchFamily="2" charset="0"/>
                </a:rPr>
                <a:t>laboris</a:t>
              </a:r>
              <a:r>
                <a:rPr lang="en-GB" sz="1400" dirty="0">
                  <a:latin typeface="Roboto" panose="02000000000000000000" pitchFamily="2" charset="0"/>
                  <a:ea typeface="Roboto" panose="02000000000000000000" pitchFamily="2" charset="0"/>
                </a:rPr>
                <a:t> nisi </a:t>
              </a:r>
              <a:r>
                <a:rPr lang="en-GB" sz="1400" dirty="0" err="1">
                  <a:latin typeface="Roboto" panose="02000000000000000000" pitchFamily="2" charset="0"/>
                  <a:ea typeface="Roboto" panose="02000000000000000000" pitchFamily="2" charset="0"/>
                </a:rPr>
                <a:t>ut</a:t>
              </a:r>
              <a:r>
                <a:rPr lang="en-GB" sz="1400" dirty="0">
                  <a:latin typeface="Roboto" panose="02000000000000000000" pitchFamily="2" charset="0"/>
                  <a:ea typeface="Roboto" panose="02000000000000000000" pitchFamily="2" charset="0"/>
                </a:rPr>
                <a:t> </a:t>
              </a:r>
              <a:r>
                <a:rPr lang="en-GB" sz="1400" dirty="0" err="1">
                  <a:latin typeface="Roboto" panose="02000000000000000000" pitchFamily="2" charset="0"/>
                  <a:ea typeface="Roboto" panose="02000000000000000000" pitchFamily="2" charset="0"/>
                </a:rPr>
                <a:t>aliquip</a:t>
              </a:r>
              <a:r>
                <a:rPr lang="en-GB" sz="1400" dirty="0">
                  <a:latin typeface="Roboto" panose="02000000000000000000" pitchFamily="2" charset="0"/>
                  <a:ea typeface="Roboto" panose="02000000000000000000" pitchFamily="2" charset="0"/>
                </a:rPr>
                <a:t> ex </a:t>
              </a:r>
              <a:r>
                <a:rPr lang="en-GB" sz="1400" dirty="0" err="1">
                  <a:latin typeface="Roboto" panose="02000000000000000000" pitchFamily="2" charset="0"/>
                  <a:ea typeface="Roboto" panose="02000000000000000000" pitchFamily="2" charset="0"/>
                </a:rPr>
                <a:t>ea</a:t>
              </a:r>
              <a:r>
                <a:rPr lang="en-GB" sz="1400" dirty="0">
                  <a:latin typeface="Roboto" panose="02000000000000000000" pitchFamily="2" charset="0"/>
                  <a:ea typeface="Roboto" panose="02000000000000000000" pitchFamily="2" charset="0"/>
                </a:rPr>
                <a:t> </a:t>
              </a:r>
              <a:r>
                <a:rPr lang="en-GB" sz="1400" dirty="0" err="1">
                  <a:latin typeface="Roboto" panose="02000000000000000000" pitchFamily="2" charset="0"/>
                  <a:ea typeface="Roboto" panose="02000000000000000000" pitchFamily="2" charset="0"/>
                </a:rPr>
                <a:t>commodo</a:t>
              </a:r>
              <a:r>
                <a:rPr lang="en-GB" sz="1400" dirty="0">
                  <a:latin typeface="Roboto" panose="02000000000000000000" pitchFamily="2" charset="0"/>
                  <a:ea typeface="Roboto" panose="02000000000000000000" pitchFamily="2" charset="0"/>
                </a:rPr>
                <a:t> </a:t>
              </a:r>
              <a:r>
                <a:rPr lang="en-GB" sz="1400" dirty="0" err="1">
                  <a:latin typeface="Roboto" panose="02000000000000000000" pitchFamily="2" charset="0"/>
                  <a:ea typeface="Roboto" panose="02000000000000000000" pitchFamily="2" charset="0"/>
                </a:rPr>
                <a:t>consequat</a:t>
              </a:r>
              <a:r>
                <a:rPr lang="en-GB" sz="1400" dirty="0">
                  <a:latin typeface="Roboto" panose="02000000000000000000" pitchFamily="2" charset="0"/>
                  <a:ea typeface="Roboto" panose="02000000000000000000" pitchFamily="2" charset="0"/>
                </a:rPr>
                <a:t>. Duis </a:t>
              </a:r>
              <a:r>
                <a:rPr lang="en-GB" sz="1400" dirty="0" err="1">
                  <a:latin typeface="Roboto" panose="02000000000000000000" pitchFamily="2" charset="0"/>
                  <a:ea typeface="Roboto" panose="02000000000000000000" pitchFamily="2" charset="0"/>
                </a:rPr>
                <a:t>aute</a:t>
              </a:r>
              <a:r>
                <a:rPr lang="en-GB" sz="1400" dirty="0">
                  <a:latin typeface="Roboto" panose="02000000000000000000" pitchFamily="2" charset="0"/>
                  <a:ea typeface="Roboto" panose="02000000000000000000" pitchFamily="2" charset="0"/>
                </a:rPr>
                <a:t> </a:t>
              </a:r>
              <a:r>
                <a:rPr lang="en-GB" sz="1400" dirty="0" err="1">
                  <a:latin typeface="Roboto" panose="02000000000000000000" pitchFamily="2" charset="0"/>
                  <a:ea typeface="Roboto" panose="02000000000000000000" pitchFamily="2" charset="0"/>
                </a:rPr>
                <a:t>irure</a:t>
              </a:r>
              <a:r>
                <a:rPr lang="en-GB" sz="1400" dirty="0">
                  <a:latin typeface="Roboto" panose="02000000000000000000" pitchFamily="2" charset="0"/>
                  <a:ea typeface="Roboto" panose="02000000000000000000" pitchFamily="2" charset="0"/>
                </a:rPr>
                <a:t> </a:t>
              </a:r>
              <a:r>
                <a:rPr lang="en-GB" sz="1400" dirty="0" err="1">
                  <a:latin typeface="Roboto" panose="02000000000000000000" pitchFamily="2" charset="0"/>
                  <a:ea typeface="Roboto" panose="02000000000000000000" pitchFamily="2" charset="0"/>
                </a:rPr>
                <a:t>dolor</a:t>
              </a:r>
              <a:r>
                <a:rPr lang="en-GB" sz="1400" dirty="0">
                  <a:latin typeface="Roboto" panose="02000000000000000000" pitchFamily="2" charset="0"/>
                  <a:ea typeface="Roboto" panose="02000000000000000000" pitchFamily="2" charset="0"/>
                </a:rPr>
                <a:t> in </a:t>
              </a:r>
              <a:r>
                <a:rPr lang="en-GB" sz="1400" dirty="0" err="1">
                  <a:latin typeface="Roboto" panose="02000000000000000000" pitchFamily="2" charset="0"/>
                  <a:ea typeface="Roboto" panose="02000000000000000000" pitchFamily="2" charset="0"/>
                </a:rPr>
                <a:t>reprehenderit</a:t>
              </a:r>
              <a:r>
                <a:rPr lang="en-GB" sz="1400" dirty="0">
                  <a:latin typeface="Roboto" panose="02000000000000000000" pitchFamily="2" charset="0"/>
                  <a:ea typeface="Roboto" panose="02000000000000000000" pitchFamily="2" charset="0"/>
                </a:rPr>
                <a:t> in </a:t>
              </a:r>
              <a:r>
                <a:rPr lang="en-GB" sz="1400" dirty="0" err="1">
                  <a:latin typeface="Roboto" panose="02000000000000000000" pitchFamily="2" charset="0"/>
                  <a:ea typeface="Roboto" panose="02000000000000000000" pitchFamily="2" charset="0"/>
                </a:rPr>
                <a:t>voluptate</a:t>
              </a:r>
              <a:r>
                <a:rPr lang="en-GB" sz="1400" dirty="0">
                  <a:latin typeface="Roboto" panose="02000000000000000000" pitchFamily="2" charset="0"/>
                  <a:ea typeface="Roboto" panose="02000000000000000000" pitchFamily="2" charset="0"/>
                </a:rPr>
                <a:t> </a:t>
              </a:r>
              <a:r>
                <a:rPr lang="en-GB" sz="1400" dirty="0" err="1">
                  <a:latin typeface="Roboto" panose="02000000000000000000" pitchFamily="2" charset="0"/>
                  <a:ea typeface="Roboto" panose="02000000000000000000" pitchFamily="2" charset="0"/>
                </a:rPr>
                <a:t>velit</a:t>
              </a:r>
              <a:r>
                <a:rPr lang="en-GB" sz="1400" dirty="0">
                  <a:latin typeface="Roboto" panose="02000000000000000000" pitchFamily="2" charset="0"/>
                  <a:ea typeface="Roboto" panose="02000000000000000000" pitchFamily="2" charset="0"/>
                </a:rPr>
                <a:t> </a:t>
              </a:r>
              <a:r>
                <a:rPr lang="en-GB" sz="1400" dirty="0" err="1">
                  <a:latin typeface="Roboto" panose="02000000000000000000" pitchFamily="2" charset="0"/>
                  <a:ea typeface="Roboto" panose="02000000000000000000" pitchFamily="2" charset="0"/>
                </a:rPr>
                <a:t>esse</a:t>
              </a:r>
              <a:r>
                <a:rPr lang="en-GB" sz="1400" dirty="0">
                  <a:latin typeface="Roboto" panose="02000000000000000000" pitchFamily="2" charset="0"/>
                  <a:ea typeface="Roboto" panose="02000000000000000000" pitchFamily="2" charset="0"/>
                </a:rPr>
                <a:t> </a:t>
              </a:r>
              <a:r>
                <a:rPr lang="en-GB" sz="1400" dirty="0" err="1">
                  <a:latin typeface="Roboto" panose="02000000000000000000" pitchFamily="2" charset="0"/>
                  <a:ea typeface="Roboto" panose="02000000000000000000" pitchFamily="2" charset="0"/>
                </a:rPr>
                <a:t>cillum</a:t>
              </a:r>
              <a:r>
                <a:rPr lang="en-GB" sz="1400" dirty="0">
                  <a:latin typeface="Roboto" panose="02000000000000000000" pitchFamily="2" charset="0"/>
                  <a:ea typeface="Roboto" panose="02000000000000000000" pitchFamily="2" charset="0"/>
                </a:rPr>
                <a:t> dolore </a:t>
              </a:r>
              <a:r>
                <a:rPr lang="en-GB" sz="1400" dirty="0" err="1">
                  <a:latin typeface="Roboto" panose="02000000000000000000" pitchFamily="2" charset="0"/>
                  <a:ea typeface="Roboto" panose="02000000000000000000" pitchFamily="2" charset="0"/>
                </a:rPr>
                <a:t>eu</a:t>
              </a:r>
              <a:r>
                <a:rPr lang="en-GB" sz="1400" dirty="0">
                  <a:latin typeface="Roboto" panose="02000000000000000000" pitchFamily="2" charset="0"/>
                  <a:ea typeface="Roboto" panose="02000000000000000000" pitchFamily="2" charset="0"/>
                </a:rPr>
                <a:t> </a:t>
              </a:r>
              <a:r>
                <a:rPr lang="en-GB" sz="1400" dirty="0" err="1">
                  <a:latin typeface="Roboto" panose="02000000000000000000" pitchFamily="2" charset="0"/>
                  <a:ea typeface="Roboto" panose="02000000000000000000" pitchFamily="2" charset="0"/>
                </a:rPr>
                <a:t>fugiat</a:t>
              </a:r>
              <a:r>
                <a:rPr lang="en-GB" sz="1400" dirty="0">
                  <a:latin typeface="Roboto" panose="02000000000000000000" pitchFamily="2" charset="0"/>
                  <a:ea typeface="Roboto" panose="02000000000000000000" pitchFamily="2" charset="0"/>
                </a:rPr>
                <a:t> </a:t>
              </a:r>
              <a:r>
                <a:rPr lang="en-GB" sz="1400" dirty="0" err="1">
                  <a:latin typeface="Roboto" panose="02000000000000000000" pitchFamily="2" charset="0"/>
                  <a:ea typeface="Roboto" panose="02000000000000000000" pitchFamily="2" charset="0"/>
                </a:rPr>
                <a:t>nulla</a:t>
              </a:r>
              <a:r>
                <a:rPr lang="en-GB" sz="1400" dirty="0">
                  <a:latin typeface="Roboto" panose="02000000000000000000" pitchFamily="2" charset="0"/>
                  <a:ea typeface="Roboto" panose="02000000000000000000" pitchFamily="2" charset="0"/>
                </a:rPr>
                <a:t> </a:t>
              </a:r>
              <a:r>
                <a:rPr lang="en-GB" sz="1400" dirty="0" err="1">
                  <a:latin typeface="Roboto" panose="02000000000000000000" pitchFamily="2" charset="0"/>
                  <a:ea typeface="Roboto" panose="02000000000000000000" pitchFamily="2" charset="0"/>
                </a:rPr>
                <a:t>pariatur</a:t>
              </a:r>
              <a:r>
                <a:rPr lang="en-GB" sz="1400" dirty="0">
                  <a:latin typeface="Roboto" panose="02000000000000000000" pitchFamily="2" charset="0"/>
                  <a:ea typeface="Roboto" panose="02000000000000000000" pitchFamily="2" charset="0"/>
                </a:rPr>
                <a:t>. </a:t>
              </a:r>
              <a:r>
                <a:rPr lang="en-GB" sz="1400" dirty="0" err="1">
                  <a:latin typeface="Roboto" panose="02000000000000000000" pitchFamily="2" charset="0"/>
                  <a:ea typeface="Roboto" panose="02000000000000000000" pitchFamily="2" charset="0"/>
                </a:rPr>
                <a:t>Excepteur</a:t>
              </a:r>
              <a:r>
                <a:rPr lang="en-GB" sz="1400" dirty="0">
                  <a:latin typeface="Roboto" panose="02000000000000000000" pitchFamily="2" charset="0"/>
                  <a:ea typeface="Roboto" panose="02000000000000000000" pitchFamily="2" charset="0"/>
                </a:rPr>
                <a:t> </a:t>
              </a:r>
              <a:r>
                <a:rPr lang="en-GB" sz="1400" dirty="0" err="1">
                  <a:latin typeface="Roboto" panose="02000000000000000000" pitchFamily="2" charset="0"/>
                  <a:ea typeface="Roboto" panose="02000000000000000000" pitchFamily="2" charset="0"/>
                </a:rPr>
                <a:t>sint</a:t>
              </a:r>
              <a:r>
                <a:rPr lang="en-GB" sz="1400" dirty="0">
                  <a:latin typeface="Roboto" panose="02000000000000000000" pitchFamily="2" charset="0"/>
                  <a:ea typeface="Roboto" panose="02000000000000000000" pitchFamily="2" charset="0"/>
                </a:rPr>
                <a:t> </a:t>
              </a:r>
              <a:r>
                <a:rPr lang="en-GB" sz="1400" dirty="0" err="1">
                  <a:latin typeface="Roboto" panose="02000000000000000000" pitchFamily="2" charset="0"/>
                  <a:ea typeface="Roboto" panose="02000000000000000000" pitchFamily="2" charset="0"/>
                </a:rPr>
                <a:t>occaecat</a:t>
              </a:r>
              <a:r>
                <a:rPr lang="en-GB" sz="1400" dirty="0">
                  <a:latin typeface="Roboto" panose="02000000000000000000" pitchFamily="2" charset="0"/>
                  <a:ea typeface="Roboto" panose="02000000000000000000" pitchFamily="2" charset="0"/>
                </a:rPr>
                <a:t> </a:t>
              </a:r>
              <a:r>
                <a:rPr lang="en-GB" sz="1400" dirty="0" err="1">
                  <a:latin typeface="Roboto" panose="02000000000000000000" pitchFamily="2" charset="0"/>
                  <a:ea typeface="Roboto" panose="02000000000000000000" pitchFamily="2" charset="0"/>
                </a:rPr>
                <a:t>cupidatat</a:t>
              </a:r>
              <a:r>
                <a:rPr lang="en-GB" sz="1400" dirty="0">
                  <a:latin typeface="Roboto" panose="02000000000000000000" pitchFamily="2" charset="0"/>
                  <a:ea typeface="Roboto" panose="02000000000000000000" pitchFamily="2" charset="0"/>
                </a:rPr>
                <a:t> non </a:t>
              </a:r>
              <a:r>
                <a:rPr lang="en-GB" sz="1400" dirty="0" err="1">
                  <a:latin typeface="Roboto" panose="02000000000000000000" pitchFamily="2" charset="0"/>
                  <a:ea typeface="Roboto" panose="02000000000000000000" pitchFamily="2" charset="0"/>
                </a:rPr>
                <a:t>proident</a:t>
              </a:r>
              <a:r>
                <a:rPr lang="en-GB" sz="1400" dirty="0">
                  <a:latin typeface="Roboto" panose="02000000000000000000" pitchFamily="2" charset="0"/>
                  <a:ea typeface="Roboto" panose="02000000000000000000" pitchFamily="2" charset="0"/>
                </a:rPr>
                <a:t>, sunt in culpa qui </a:t>
              </a:r>
              <a:r>
                <a:rPr lang="en-GB" sz="1400" dirty="0" err="1">
                  <a:latin typeface="Roboto" panose="02000000000000000000" pitchFamily="2" charset="0"/>
                  <a:ea typeface="Roboto" panose="02000000000000000000" pitchFamily="2" charset="0"/>
                </a:rPr>
                <a:t>officia</a:t>
              </a:r>
              <a:r>
                <a:rPr lang="en-GB" sz="1400" dirty="0">
                  <a:latin typeface="Roboto" panose="02000000000000000000" pitchFamily="2" charset="0"/>
                  <a:ea typeface="Roboto" panose="02000000000000000000" pitchFamily="2" charset="0"/>
                </a:rPr>
                <a:t> </a:t>
              </a:r>
              <a:r>
                <a:rPr lang="en-GB" sz="1400" dirty="0" err="1">
                  <a:latin typeface="Roboto" panose="02000000000000000000" pitchFamily="2" charset="0"/>
                  <a:ea typeface="Roboto" panose="02000000000000000000" pitchFamily="2" charset="0"/>
                </a:rPr>
                <a:t>deserunt</a:t>
              </a:r>
              <a:r>
                <a:rPr lang="en-GB" sz="1400" dirty="0">
                  <a:latin typeface="Roboto" panose="02000000000000000000" pitchFamily="2" charset="0"/>
                  <a:ea typeface="Roboto" panose="02000000000000000000" pitchFamily="2" charset="0"/>
                </a:rPr>
                <a:t> </a:t>
              </a:r>
              <a:r>
                <a:rPr lang="en-GB" sz="1400" dirty="0" err="1">
                  <a:latin typeface="Roboto" panose="02000000000000000000" pitchFamily="2" charset="0"/>
                  <a:ea typeface="Roboto" panose="02000000000000000000" pitchFamily="2" charset="0"/>
                </a:rPr>
                <a:t>mollit</a:t>
              </a:r>
              <a:r>
                <a:rPr lang="en-GB" sz="1400" dirty="0">
                  <a:latin typeface="Roboto" panose="02000000000000000000" pitchFamily="2" charset="0"/>
                  <a:ea typeface="Roboto" panose="02000000000000000000" pitchFamily="2" charset="0"/>
                </a:rPr>
                <a:t> </a:t>
              </a:r>
              <a:r>
                <a:rPr lang="en-GB" sz="1400" dirty="0" err="1">
                  <a:latin typeface="Roboto" panose="02000000000000000000" pitchFamily="2" charset="0"/>
                  <a:ea typeface="Roboto" panose="02000000000000000000" pitchFamily="2" charset="0"/>
                </a:rPr>
                <a:t>anim</a:t>
              </a:r>
              <a:r>
                <a:rPr lang="en-GB" sz="1400" dirty="0">
                  <a:latin typeface="Roboto" panose="02000000000000000000" pitchFamily="2" charset="0"/>
                  <a:ea typeface="Roboto" panose="02000000000000000000" pitchFamily="2" charset="0"/>
                </a:rPr>
                <a:t> id </a:t>
              </a:r>
              <a:r>
                <a:rPr lang="en-GB" sz="1400" dirty="0" err="1">
                  <a:latin typeface="Roboto" panose="02000000000000000000" pitchFamily="2" charset="0"/>
                  <a:ea typeface="Roboto" panose="02000000000000000000" pitchFamily="2" charset="0"/>
                </a:rPr>
                <a:t>est</a:t>
              </a:r>
              <a:r>
                <a:rPr lang="en-GB" sz="1400" dirty="0">
                  <a:latin typeface="Roboto" panose="02000000000000000000" pitchFamily="2" charset="0"/>
                  <a:ea typeface="Roboto" panose="02000000000000000000" pitchFamily="2" charset="0"/>
                </a:rPr>
                <a:t> </a:t>
              </a:r>
              <a:r>
                <a:rPr lang="en-GB" sz="1400" dirty="0" err="1">
                  <a:latin typeface="Roboto" panose="02000000000000000000" pitchFamily="2" charset="0"/>
                  <a:ea typeface="Roboto" panose="02000000000000000000" pitchFamily="2" charset="0"/>
                </a:rPr>
                <a:t>laborum</a:t>
              </a:r>
              <a:r>
                <a:rPr lang="en-GB" sz="1400" dirty="0">
                  <a:latin typeface="Roboto" panose="02000000000000000000" pitchFamily="2" charset="0"/>
                  <a:ea typeface="Roboto" panose="02000000000000000000" pitchFamily="2" charset="0"/>
                </a:rPr>
                <a:t>.</a:t>
              </a:r>
            </a:p>
          </p:txBody>
        </p:sp>
      </p:grpSp>
    </p:spTree>
    <p:extLst>
      <p:ext uri="{BB962C8B-B14F-4D97-AF65-F5344CB8AC3E}">
        <p14:creationId xmlns:p14="http://schemas.microsoft.com/office/powerpoint/2010/main" val="3837877392"/>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1.jpeg"/><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slideLayout" Target="../slideLayouts/slideLayout6.xml"/><Relationship Id="rId1" Type="http://schemas.openxmlformats.org/officeDocument/2006/relationships/slideLayout" Target="../slideLayouts/slideLayout5.xml"/><Relationship Id="rId6" Type="http://schemas.openxmlformats.org/officeDocument/2006/relationships/theme" Target="../theme/theme2.xml"/><Relationship Id="rId5" Type="http://schemas.openxmlformats.org/officeDocument/2006/relationships/slideLayout" Target="../slideLayouts/slideLayout9.xml"/><Relationship Id="rId4"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6"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89745" y="695325"/>
            <a:ext cx="8164510" cy="1150938"/>
          </a:xfrm>
          <a:prstGeom prst="roundRect">
            <a:avLst>
              <a:gd name="adj" fmla="val 9641"/>
            </a:avLst>
          </a:prstGeom>
          <a:noFill/>
          <a:ln w="25400">
            <a:noFill/>
          </a:ln>
        </p:spPr>
        <p:txBody>
          <a:bodyPr vert="horz" lIns="252000" tIns="252000" rIns="252000" bIns="252000" rtlCol="0" anchor="ctr" anchorCtr="1">
            <a:normAutofit/>
          </a:bodyPr>
          <a:lstStyle/>
          <a:p>
            <a:r>
              <a:rPr lang="en-US"/>
              <a:t>Click to edit Master title style</a:t>
            </a:r>
            <a:endParaRPr lang="en-US" dirty="0"/>
          </a:p>
        </p:txBody>
      </p:sp>
      <p:sp>
        <p:nvSpPr>
          <p:cNvPr id="3" name="Text Placeholder 2"/>
          <p:cNvSpPr>
            <a:spLocks noGrp="1"/>
          </p:cNvSpPr>
          <p:nvPr>
            <p:ph type="body" idx="1"/>
          </p:nvPr>
        </p:nvSpPr>
        <p:spPr>
          <a:xfrm>
            <a:off x="489745" y="1957386"/>
            <a:ext cx="8164510" cy="4387851"/>
          </a:xfrm>
          <a:prstGeom prst="roundRect">
            <a:avLst>
              <a:gd name="adj" fmla="val 2585"/>
            </a:avLst>
          </a:prstGeom>
          <a:noFill/>
          <a:ln w="25400">
            <a:noFill/>
          </a:ln>
        </p:spPr>
        <p:txBody>
          <a:bodyPr vert="horz" lIns="252000" tIns="252000" rIns="252000" bIns="25200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438920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6" r:id="rId4"/>
  </p:sldLayoutIdLst>
  <p:txStyles>
    <p:titleStyle>
      <a:lvl1pPr algn="l" defTabSz="914400" rtl="0" eaLnBrk="1" latinLnBrk="0" hangingPunct="1">
        <a:lnSpc>
          <a:spcPct val="90000"/>
        </a:lnSpc>
        <a:spcBef>
          <a:spcPct val="0"/>
        </a:spcBef>
        <a:buNone/>
        <a:defRPr sz="3600" b="1" kern="1200">
          <a:solidFill>
            <a:srgbClr val="1C1C1C"/>
          </a:solidFill>
          <a:latin typeface="Twinkl" pitchFamily="50"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rgbClr val="1C1C1C"/>
          </a:solidFill>
          <a:latin typeface="Twinkl" pitchFamily="50" charset="0"/>
          <a:ea typeface="Twinkl" pitchFamily="2"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rgbClr val="1C1C1C"/>
          </a:solidFill>
          <a:latin typeface="Twinkl" pitchFamily="50" charset="0"/>
          <a:ea typeface="Twinkl" pitchFamily="2" charset="0"/>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rgbClr val="1C1C1C"/>
          </a:solidFill>
          <a:latin typeface="Twinkl" pitchFamily="50" charset="0"/>
          <a:ea typeface="Twinkl" pitchFamily="2" charset="0"/>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rgbClr val="1C1C1C"/>
          </a:solidFill>
          <a:latin typeface="Twinkl" pitchFamily="50" charset="0"/>
          <a:ea typeface="Twinkl" pitchFamily="2" charset="0"/>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rgbClr val="1C1C1C"/>
          </a:solidFill>
          <a:latin typeface="Twinkl" pitchFamily="50" charset="0"/>
          <a:ea typeface="Twinkl" pitchFamily="2"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2880">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rgbClr val="21A6F9"/>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44228093"/>
      </p:ext>
    </p:extLst>
  </p:cSld>
  <p:clrMap bg1="lt1" tx1="dk1" bg2="lt2" tx2="dk2" accent1="accent1" accent2="accent2" accent3="accent3" accent4="accent4" accent5="accent5" accent6="accent6" hlink="hlink" folHlink="folHlink"/>
  <p:sldLayoutIdLst>
    <p:sldLayoutId id="2147483667" r:id="rId1"/>
    <p:sldLayoutId id="2147483668" r:id="rId2"/>
    <p:sldLayoutId id="2147483669" r:id="rId3"/>
    <p:sldLayoutId id="2147483670" r:id="rId4"/>
    <p:sldLayoutId id="2147483671" r:id="rId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9970146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5303F2C-DF82-E565-2906-587CA6F2CF24}"/>
              </a:ext>
            </a:extLst>
          </p:cNvPr>
          <p:cNvPicPr>
            <a:picLocks noChangeAspect="1"/>
          </p:cNvPicPr>
          <p:nvPr/>
        </p:nvPicPr>
        <p:blipFill>
          <a:blip r:embed="rId2" cstate="screen">
            <a:extLst>
              <a:ext uri="{28A0092B-C50C-407E-A947-70E740481C1C}">
                <a14:useLocalDpi xmlns:a14="http://schemas.microsoft.com/office/drawing/2010/main"/>
              </a:ext>
            </a:extLst>
          </a:blip>
          <a:srcRect/>
          <a:stretch/>
        </p:blipFill>
        <p:spPr>
          <a:xfrm>
            <a:off x="755650" y="695625"/>
            <a:ext cx="7632700" cy="5397200"/>
          </a:xfrm>
          <a:prstGeom prst="roundRect">
            <a:avLst>
              <a:gd name="adj" fmla="val 5481"/>
            </a:avLst>
          </a:prstGeom>
        </p:spPr>
      </p:pic>
      <p:sp>
        <p:nvSpPr>
          <p:cNvPr id="5" name="Text"/>
          <p:cNvSpPr/>
          <p:nvPr/>
        </p:nvSpPr>
        <p:spPr>
          <a:xfrm>
            <a:off x="4084352" y="2460461"/>
            <a:ext cx="2858314" cy="615553"/>
          </a:xfrm>
          <a:prstGeom prst="rect">
            <a:avLst/>
          </a:prstGeom>
          <a:solidFill>
            <a:srgbClr val="AED479"/>
          </a:solidFill>
        </p:spPr>
        <p:txBody>
          <a:bodyPr wrap="square" lIns="0" tIns="0" rIns="0" bIns="0">
            <a:spAutoFit/>
          </a:bodyPr>
          <a:lstStyle/>
          <a:p>
            <a:r>
              <a:rPr lang="en-GB" sz="2000" dirty="0"/>
              <a:t>Once upon a time, there was a Little Red Hen. </a:t>
            </a:r>
          </a:p>
        </p:txBody>
      </p:sp>
      <p:sp>
        <p:nvSpPr>
          <p:cNvPr id="6" name="TextBox 5">
            <a:extLst>
              <a:ext uri="{FF2B5EF4-FFF2-40B4-BE49-F238E27FC236}">
                <a16:creationId xmlns:a16="http://schemas.microsoft.com/office/drawing/2014/main" id="{B0F5DED2-40B0-C818-3FD4-B87899603529}"/>
              </a:ext>
            </a:extLst>
          </p:cNvPr>
          <p:cNvSpPr txBox="1"/>
          <p:nvPr/>
        </p:nvSpPr>
        <p:spPr>
          <a:xfrm>
            <a:off x="5765803" y="4252881"/>
            <a:ext cx="2548464" cy="923330"/>
          </a:xfrm>
          <a:prstGeom prst="rect">
            <a:avLst/>
          </a:prstGeom>
          <a:solidFill>
            <a:srgbClr val="AED479"/>
          </a:solidFill>
        </p:spPr>
        <p:txBody>
          <a:bodyPr wrap="square">
            <a:spAutoFit/>
          </a:bodyPr>
          <a:lstStyle/>
          <a:p>
            <a:r>
              <a:rPr lang="en-GB" sz="1800" dirty="0"/>
              <a:t>The Little Red Hen lived on a farm and was friends with...</a:t>
            </a:r>
          </a:p>
        </p:txBody>
      </p:sp>
    </p:spTree>
    <p:extLst>
      <p:ext uri="{BB962C8B-B14F-4D97-AF65-F5344CB8AC3E}">
        <p14:creationId xmlns:p14="http://schemas.microsoft.com/office/powerpoint/2010/main" val="12862372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AE0F7CDB-DC0E-4FF9-A552-F02EC4F9583E}"/>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755650" y="695625"/>
            <a:ext cx="7632700" cy="5397200"/>
          </a:xfrm>
          <a:prstGeom prst="roundRect">
            <a:avLst>
              <a:gd name="adj" fmla="val 5481"/>
            </a:avLst>
          </a:prstGeom>
        </p:spPr>
      </p:pic>
      <p:sp>
        <p:nvSpPr>
          <p:cNvPr id="5" name="Text"/>
          <p:cNvSpPr/>
          <p:nvPr/>
        </p:nvSpPr>
        <p:spPr>
          <a:xfrm>
            <a:off x="5802435" y="4967898"/>
            <a:ext cx="2268904" cy="369332"/>
          </a:xfrm>
          <a:prstGeom prst="rect">
            <a:avLst/>
          </a:prstGeom>
        </p:spPr>
        <p:txBody>
          <a:bodyPr wrap="square" lIns="0" tIns="0" rIns="0" bIns="0">
            <a:spAutoFit/>
          </a:bodyPr>
          <a:lstStyle/>
          <a:p>
            <a:r>
              <a:rPr lang="en-GB" sz="2400" dirty="0"/>
              <a:t>... a lazy dog,</a:t>
            </a:r>
          </a:p>
        </p:txBody>
      </p:sp>
    </p:spTree>
    <p:extLst>
      <p:ext uri="{BB962C8B-B14F-4D97-AF65-F5344CB8AC3E}">
        <p14:creationId xmlns:p14="http://schemas.microsoft.com/office/powerpoint/2010/main" val="23908965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AE0F7CDB-DC0E-4FF9-A552-F02EC4F9583E}"/>
              </a:ext>
            </a:extLst>
          </p:cNvPr>
          <p:cNvPicPr>
            <a:picLocks noChangeAspect="1"/>
          </p:cNvPicPr>
          <p:nvPr/>
        </p:nvPicPr>
        <p:blipFill>
          <a:blip r:embed="rId2" cstate="screen">
            <a:extLst>
              <a:ext uri="{28A0092B-C50C-407E-A947-70E740481C1C}">
                <a14:useLocalDpi xmlns:a14="http://schemas.microsoft.com/office/drawing/2010/main"/>
              </a:ext>
            </a:extLst>
          </a:blip>
          <a:srcRect/>
          <a:stretch/>
        </p:blipFill>
        <p:spPr>
          <a:xfrm>
            <a:off x="755650" y="695625"/>
            <a:ext cx="7632700" cy="5397200"/>
          </a:xfrm>
          <a:prstGeom prst="roundRect">
            <a:avLst>
              <a:gd name="adj" fmla="val 5481"/>
            </a:avLst>
          </a:prstGeom>
        </p:spPr>
      </p:pic>
      <p:sp>
        <p:nvSpPr>
          <p:cNvPr id="5" name="Text"/>
          <p:cNvSpPr/>
          <p:nvPr/>
        </p:nvSpPr>
        <p:spPr>
          <a:xfrm>
            <a:off x="1066312" y="4944452"/>
            <a:ext cx="2268904" cy="369332"/>
          </a:xfrm>
          <a:prstGeom prst="rect">
            <a:avLst/>
          </a:prstGeom>
        </p:spPr>
        <p:txBody>
          <a:bodyPr wrap="square" lIns="0" tIns="0" rIns="0" bIns="0">
            <a:spAutoFit/>
          </a:bodyPr>
          <a:lstStyle/>
          <a:p>
            <a:r>
              <a:rPr lang="en-GB" sz="2400" dirty="0"/>
              <a:t>... a sleepy cat,</a:t>
            </a:r>
          </a:p>
        </p:txBody>
      </p:sp>
    </p:spTree>
    <p:extLst>
      <p:ext uri="{BB962C8B-B14F-4D97-AF65-F5344CB8AC3E}">
        <p14:creationId xmlns:p14="http://schemas.microsoft.com/office/powerpoint/2010/main" val="38849793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AE0F7CDB-DC0E-4FF9-A552-F02EC4F9583E}"/>
              </a:ext>
            </a:extLst>
          </p:cNvPr>
          <p:cNvPicPr>
            <a:picLocks noChangeAspect="1"/>
          </p:cNvPicPr>
          <p:nvPr/>
        </p:nvPicPr>
        <p:blipFill>
          <a:blip r:embed="rId2" cstate="screen">
            <a:extLst>
              <a:ext uri="{28A0092B-C50C-407E-A947-70E740481C1C}">
                <a14:useLocalDpi xmlns:a14="http://schemas.microsoft.com/office/drawing/2010/main"/>
              </a:ext>
            </a:extLst>
          </a:blip>
          <a:srcRect/>
          <a:stretch/>
        </p:blipFill>
        <p:spPr>
          <a:xfrm>
            <a:off x="755650" y="695625"/>
            <a:ext cx="7632700" cy="5397200"/>
          </a:xfrm>
          <a:prstGeom prst="roundRect">
            <a:avLst>
              <a:gd name="adj" fmla="val 5481"/>
            </a:avLst>
          </a:prstGeom>
        </p:spPr>
      </p:pic>
      <p:sp>
        <p:nvSpPr>
          <p:cNvPr id="5" name="Text"/>
          <p:cNvSpPr/>
          <p:nvPr/>
        </p:nvSpPr>
        <p:spPr>
          <a:xfrm>
            <a:off x="1130788" y="5296144"/>
            <a:ext cx="2761273" cy="369332"/>
          </a:xfrm>
          <a:prstGeom prst="rect">
            <a:avLst/>
          </a:prstGeom>
        </p:spPr>
        <p:txBody>
          <a:bodyPr wrap="square" lIns="0" tIns="0" rIns="0" bIns="0">
            <a:spAutoFit/>
          </a:bodyPr>
          <a:lstStyle/>
          <a:p>
            <a:r>
              <a:rPr lang="en-GB" sz="2400" dirty="0"/>
              <a:t>and a noisy duck.</a:t>
            </a:r>
          </a:p>
        </p:txBody>
      </p:sp>
    </p:spTree>
    <p:extLst>
      <p:ext uri="{BB962C8B-B14F-4D97-AF65-F5344CB8AC3E}">
        <p14:creationId xmlns:p14="http://schemas.microsoft.com/office/powerpoint/2010/main" val="26769717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AF52E35-F0BA-498F-BB5F-0CBC04D72AC1}"/>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t="-6277"/>
          <a:stretch/>
        </p:blipFill>
        <p:spPr>
          <a:xfrm>
            <a:off x="755650" y="695625"/>
            <a:ext cx="7632700" cy="5397200"/>
          </a:xfrm>
          <a:prstGeom prst="roundRect">
            <a:avLst>
              <a:gd name="adj" fmla="val 5481"/>
            </a:avLst>
          </a:prstGeom>
          <a:solidFill>
            <a:srgbClr val="9DDCF9"/>
          </a:solidFill>
        </p:spPr>
      </p:pic>
      <p:sp>
        <p:nvSpPr>
          <p:cNvPr id="5" name="Text"/>
          <p:cNvSpPr/>
          <p:nvPr/>
        </p:nvSpPr>
        <p:spPr>
          <a:xfrm>
            <a:off x="953543" y="765175"/>
            <a:ext cx="4381855" cy="615553"/>
          </a:xfrm>
          <a:prstGeom prst="rect">
            <a:avLst/>
          </a:prstGeom>
        </p:spPr>
        <p:txBody>
          <a:bodyPr wrap="square" lIns="0" tIns="0" rIns="0" bIns="0">
            <a:spAutoFit/>
          </a:bodyPr>
          <a:lstStyle/>
          <a:p>
            <a:pPr eaLnBrk="1" hangingPunct="1">
              <a:buFont typeface="Arial" panose="020B0604020202020204" pitchFamily="34" charset="0"/>
              <a:buNone/>
            </a:pPr>
            <a:r>
              <a:rPr lang="en-GB" altLang="en-US" sz="2000" dirty="0"/>
              <a:t>One day, the Little Red Hen found some grains of wheat on the ground. </a:t>
            </a:r>
          </a:p>
        </p:txBody>
      </p:sp>
      <p:sp>
        <p:nvSpPr>
          <p:cNvPr id="6" name="TextBox 5">
            <a:extLst>
              <a:ext uri="{FF2B5EF4-FFF2-40B4-BE49-F238E27FC236}">
                <a16:creationId xmlns:a16="http://schemas.microsoft.com/office/drawing/2014/main" id="{FBB852E2-B33A-483A-A4BB-B7033E03DA46}"/>
              </a:ext>
            </a:extLst>
          </p:cNvPr>
          <p:cNvSpPr txBox="1"/>
          <p:nvPr/>
        </p:nvSpPr>
        <p:spPr>
          <a:xfrm>
            <a:off x="3805800" y="2311340"/>
            <a:ext cx="4518552" cy="707886"/>
          </a:xfrm>
          <a:prstGeom prst="rect">
            <a:avLst/>
          </a:prstGeom>
          <a:solidFill>
            <a:srgbClr val="76893A"/>
          </a:solidFill>
        </p:spPr>
        <p:txBody>
          <a:bodyPr wrap="square">
            <a:spAutoFit/>
          </a:bodyPr>
          <a:lstStyle/>
          <a:p>
            <a:r>
              <a:rPr lang="en-GB" altLang="en-US" sz="2000" dirty="0"/>
              <a:t>“Who will help me plant these grains of wheat?” the Little Red Hen asked.</a:t>
            </a:r>
            <a:endParaRPr lang="en-GB" sz="2000" dirty="0"/>
          </a:p>
        </p:txBody>
      </p:sp>
    </p:spTree>
    <p:extLst>
      <p:ext uri="{BB962C8B-B14F-4D97-AF65-F5344CB8AC3E}">
        <p14:creationId xmlns:p14="http://schemas.microsoft.com/office/powerpoint/2010/main" val="4164857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AE0F7CDB-DC0E-4FF9-A552-F02EC4F9583E}"/>
              </a:ext>
            </a:extLst>
          </p:cNvPr>
          <p:cNvPicPr>
            <a:picLocks noChangeAspect="1"/>
          </p:cNvPicPr>
          <p:nvPr/>
        </p:nvPicPr>
        <p:blipFill>
          <a:blip r:embed="rId2" cstate="screen">
            <a:extLst>
              <a:ext uri="{28A0092B-C50C-407E-A947-70E740481C1C}">
                <a14:useLocalDpi xmlns:a14="http://schemas.microsoft.com/office/drawing/2010/main"/>
              </a:ext>
            </a:extLst>
          </a:blip>
          <a:srcRect/>
          <a:stretch/>
        </p:blipFill>
        <p:spPr>
          <a:xfrm>
            <a:off x="755650" y="695625"/>
            <a:ext cx="7632700" cy="5397200"/>
          </a:xfrm>
          <a:prstGeom prst="roundRect">
            <a:avLst>
              <a:gd name="adj" fmla="val 5481"/>
            </a:avLst>
          </a:prstGeom>
        </p:spPr>
      </p:pic>
      <p:sp>
        <p:nvSpPr>
          <p:cNvPr id="5" name="Text"/>
          <p:cNvSpPr/>
          <p:nvPr/>
        </p:nvSpPr>
        <p:spPr>
          <a:xfrm>
            <a:off x="5574322" y="4850666"/>
            <a:ext cx="2514601" cy="738664"/>
          </a:xfrm>
          <a:prstGeom prst="rect">
            <a:avLst/>
          </a:prstGeom>
        </p:spPr>
        <p:txBody>
          <a:bodyPr wrap="square" lIns="0" tIns="0" rIns="0" bIns="0">
            <a:spAutoFit/>
          </a:bodyPr>
          <a:lstStyle/>
          <a:p>
            <a:pPr eaLnBrk="1" hangingPunct="1">
              <a:buFont typeface="Arial" panose="020B0604020202020204" pitchFamily="34" charset="0"/>
              <a:buNone/>
            </a:pPr>
            <a:r>
              <a:rPr lang="en-GB" altLang="en-US" sz="2400" dirty="0"/>
              <a:t>“Not I,” barked the lazy dog.</a:t>
            </a:r>
          </a:p>
        </p:txBody>
      </p:sp>
    </p:spTree>
    <p:extLst>
      <p:ext uri="{BB962C8B-B14F-4D97-AF65-F5344CB8AC3E}">
        <p14:creationId xmlns:p14="http://schemas.microsoft.com/office/powerpoint/2010/main" val="41503715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AE0F7CDB-DC0E-4FF9-A552-F02EC4F9583E}"/>
              </a:ext>
            </a:extLst>
          </p:cNvPr>
          <p:cNvPicPr>
            <a:picLocks noChangeAspect="1"/>
          </p:cNvPicPr>
          <p:nvPr/>
        </p:nvPicPr>
        <p:blipFill>
          <a:blip r:embed="rId2" cstate="screen">
            <a:extLst>
              <a:ext uri="{28A0092B-C50C-407E-A947-70E740481C1C}">
                <a14:useLocalDpi xmlns:a14="http://schemas.microsoft.com/office/drawing/2010/main"/>
              </a:ext>
            </a:extLst>
          </a:blip>
          <a:srcRect/>
          <a:stretch/>
        </p:blipFill>
        <p:spPr>
          <a:xfrm>
            <a:off x="755650" y="695625"/>
            <a:ext cx="7632700" cy="5397200"/>
          </a:xfrm>
          <a:prstGeom prst="roundRect">
            <a:avLst>
              <a:gd name="adj" fmla="val 5481"/>
            </a:avLst>
          </a:prstGeom>
        </p:spPr>
      </p:pic>
      <p:sp>
        <p:nvSpPr>
          <p:cNvPr id="5" name="Text"/>
          <p:cNvSpPr/>
          <p:nvPr/>
        </p:nvSpPr>
        <p:spPr>
          <a:xfrm>
            <a:off x="2350477" y="1228235"/>
            <a:ext cx="4741985" cy="369332"/>
          </a:xfrm>
          <a:prstGeom prst="rect">
            <a:avLst/>
          </a:prstGeom>
        </p:spPr>
        <p:txBody>
          <a:bodyPr wrap="square" lIns="0" tIns="0" rIns="0" bIns="0">
            <a:spAutoFit/>
          </a:bodyPr>
          <a:lstStyle/>
          <a:p>
            <a:pPr eaLnBrk="1" hangingPunct="1">
              <a:buFont typeface="Arial" panose="020B0604020202020204" pitchFamily="34" charset="0"/>
              <a:buNone/>
            </a:pPr>
            <a:r>
              <a:rPr lang="en-GB" altLang="en-US" sz="2400" dirty="0"/>
              <a:t>“Not I,” purred the sleepy cat.</a:t>
            </a:r>
          </a:p>
        </p:txBody>
      </p:sp>
    </p:spTree>
    <p:extLst>
      <p:ext uri="{BB962C8B-B14F-4D97-AF65-F5344CB8AC3E}">
        <p14:creationId xmlns:p14="http://schemas.microsoft.com/office/powerpoint/2010/main" val="3989976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AE0F7CDB-DC0E-4FF9-A552-F02EC4F9583E}"/>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b="-5309"/>
          <a:stretch/>
        </p:blipFill>
        <p:spPr>
          <a:xfrm>
            <a:off x="755650" y="695625"/>
            <a:ext cx="7632700" cy="5397200"/>
          </a:xfrm>
          <a:prstGeom prst="roundRect">
            <a:avLst>
              <a:gd name="adj" fmla="val 5481"/>
            </a:avLst>
          </a:prstGeom>
          <a:solidFill>
            <a:srgbClr val="AED479"/>
          </a:solidFill>
        </p:spPr>
      </p:pic>
      <p:sp>
        <p:nvSpPr>
          <p:cNvPr id="5" name="Text"/>
          <p:cNvSpPr/>
          <p:nvPr/>
        </p:nvSpPr>
        <p:spPr>
          <a:xfrm>
            <a:off x="1125416" y="5407512"/>
            <a:ext cx="4601796" cy="369332"/>
          </a:xfrm>
          <a:prstGeom prst="rect">
            <a:avLst/>
          </a:prstGeom>
        </p:spPr>
        <p:txBody>
          <a:bodyPr wrap="square" lIns="0" tIns="0" rIns="0" bIns="0">
            <a:spAutoFit/>
          </a:bodyPr>
          <a:lstStyle/>
          <a:p>
            <a:pPr eaLnBrk="1" hangingPunct="1">
              <a:buFont typeface="Arial" panose="020B0604020202020204" pitchFamily="34" charset="0"/>
              <a:buNone/>
            </a:pPr>
            <a:r>
              <a:rPr lang="en-GB" altLang="en-US" sz="2400" dirty="0"/>
              <a:t>“Not I,” quacked the noisy duck.</a:t>
            </a:r>
          </a:p>
        </p:txBody>
      </p:sp>
    </p:spTree>
    <p:extLst>
      <p:ext uri="{BB962C8B-B14F-4D97-AF65-F5344CB8AC3E}">
        <p14:creationId xmlns:p14="http://schemas.microsoft.com/office/powerpoint/2010/main" val="34424028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AE0F7CDB-DC0E-4FF9-A552-F02EC4F9583E}"/>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t="-9694"/>
          <a:stretch/>
        </p:blipFill>
        <p:spPr>
          <a:xfrm>
            <a:off x="755650" y="695625"/>
            <a:ext cx="7632700" cy="5397200"/>
          </a:xfrm>
          <a:prstGeom prst="roundRect">
            <a:avLst>
              <a:gd name="adj" fmla="val 5481"/>
            </a:avLst>
          </a:prstGeom>
          <a:solidFill>
            <a:srgbClr val="9DDCF9"/>
          </a:solidFill>
        </p:spPr>
      </p:pic>
      <p:sp>
        <p:nvSpPr>
          <p:cNvPr id="5" name="Text"/>
          <p:cNvSpPr/>
          <p:nvPr/>
        </p:nvSpPr>
        <p:spPr>
          <a:xfrm>
            <a:off x="1137138" y="864820"/>
            <a:ext cx="6512169" cy="615553"/>
          </a:xfrm>
          <a:prstGeom prst="rect">
            <a:avLst/>
          </a:prstGeom>
        </p:spPr>
        <p:txBody>
          <a:bodyPr wrap="square" lIns="0" tIns="0" rIns="0" bIns="0">
            <a:spAutoFit/>
          </a:bodyPr>
          <a:lstStyle/>
          <a:p>
            <a:pPr eaLnBrk="1" hangingPunct="1">
              <a:buFont typeface="Arial" panose="020B0604020202020204" pitchFamily="34" charset="0"/>
              <a:buNone/>
            </a:pPr>
            <a:r>
              <a:rPr lang="en-GB" altLang="en-US" sz="2000" dirty="0"/>
              <a:t>“Then I will,” said the Little Red Hen. So the Little Red Hen planted the grains all by herself.</a:t>
            </a:r>
          </a:p>
        </p:txBody>
      </p:sp>
    </p:spTree>
    <p:extLst>
      <p:ext uri="{BB962C8B-B14F-4D97-AF65-F5344CB8AC3E}">
        <p14:creationId xmlns:p14="http://schemas.microsoft.com/office/powerpoint/2010/main" val="3081197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AE0F7CDB-DC0E-4FF9-A552-F02EC4F9583E}"/>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t="-5406"/>
          <a:stretch/>
        </p:blipFill>
        <p:spPr>
          <a:xfrm>
            <a:off x="755650" y="695625"/>
            <a:ext cx="7632700" cy="5397200"/>
          </a:xfrm>
          <a:prstGeom prst="roundRect">
            <a:avLst>
              <a:gd name="adj" fmla="val 5481"/>
            </a:avLst>
          </a:prstGeom>
          <a:solidFill>
            <a:srgbClr val="9DDCF9"/>
          </a:solidFill>
        </p:spPr>
      </p:pic>
      <p:sp>
        <p:nvSpPr>
          <p:cNvPr id="5" name="Text"/>
          <p:cNvSpPr/>
          <p:nvPr/>
        </p:nvSpPr>
        <p:spPr>
          <a:xfrm>
            <a:off x="5603846" y="3294776"/>
            <a:ext cx="2499919" cy="1538883"/>
          </a:xfrm>
          <a:prstGeom prst="rect">
            <a:avLst/>
          </a:prstGeom>
          <a:solidFill>
            <a:srgbClr val="F5CE62"/>
          </a:solidFill>
        </p:spPr>
        <p:txBody>
          <a:bodyPr wrap="square" lIns="0" tIns="0" rIns="0" bIns="0">
            <a:spAutoFit/>
          </a:bodyPr>
          <a:lstStyle/>
          <a:p>
            <a:pPr eaLnBrk="1" hangingPunct="1">
              <a:buFont typeface="Arial" panose="020B0604020202020204" pitchFamily="34" charset="0"/>
              <a:buNone/>
            </a:pPr>
            <a:r>
              <a:rPr lang="en-GB" altLang="en-US" sz="2000" dirty="0"/>
              <a:t>When the wheat had grown, the Little Red Hen asked her friends, “Who will help me cut the wheat?”</a:t>
            </a:r>
          </a:p>
        </p:txBody>
      </p:sp>
    </p:spTree>
    <p:extLst>
      <p:ext uri="{BB962C8B-B14F-4D97-AF65-F5344CB8AC3E}">
        <p14:creationId xmlns:p14="http://schemas.microsoft.com/office/powerpoint/2010/main" val="3125333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AE0F7CDB-DC0E-4FF9-A552-F02EC4F9583E}"/>
              </a:ext>
            </a:extLst>
          </p:cNvPr>
          <p:cNvPicPr>
            <a:picLocks noChangeAspect="1"/>
          </p:cNvPicPr>
          <p:nvPr/>
        </p:nvPicPr>
        <p:blipFill>
          <a:blip r:embed="rId2" cstate="screen">
            <a:extLst>
              <a:ext uri="{28A0092B-C50C-407E-A947-70E740481C1C}">
                <a14:useLocalDpi xmlns:a14="http://schemas.microsoft.com/office/drawing/2010/main"/>
              </a:ext>
            </a:extLst>
          </a:blip>
          <a:srcRect/>
          <a:stretch/>
        </p:blipFill>
        <p:spPr>
          <a:xfrm>
            <a:off x="755650" y="695625"/>
            <a:ext cx="7632700" cy="5397200"/>
          </a:xfrm>
          <a:prstGeom prst="roundRect">
            <a:avLst>
              <a:gd name="adj" fmla="val 5481"/>
            </a:avLst>
          </a:prstGeom>
        </p:spPr>
      </p:pic>
      <p:sp>
        <p:nvSpPr>
          <p:cNvPr id="5" name="Text"/>
          <p:cNvSpPr/>
          <p:nvPr/>
        </p:nvSpPr>
        <p:spPr>
          <a:xfrm>
            <a:off x="5574322" y="4850666"/>
            <a:ext cx="2514601" cy="738664"/>
          </a:xfrm>
          <a:prstGeom prst="rect">
            <a:avLst/>
          </a:prstGeom>
        </p:spPr>
        <p:txBody>
          <a:bodyPr wrap="square" lIns="0" tIns="0" rIns="0" bIns="0">
            <a:spAutoFit/>
          </a:bodyPr>
          <a:lstStyle/>
          <a:p>
            <a:pPr eaLnBrk="1" hangingPunct="1">
              <a:buFont typeface="Arial" panose="020B0604020202020204" pitchFamily="34" charset="0"/>
              <a:buNone/>
            </a:pPr>
            <a:r>
              <a:rPr lang="en-GB" altLang="en-US" sz="2400" dirty="0"/>
              <a:t>“Not I,” barked the lazy dog.</a:t>
            </a:r>
          </a:p>
        </p:txBody>
      </p:sp>
    </p:spTree>
    <p:extLst>
      <p:ext uri="{BB962C8B-B14F-4D97-AF65-F5344CB8AC3E}">
        <p14:creationId xmlns:p14="http://schemas.microsoft.com/office/powerpoint/2010/main" val="17278082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AE0F7CDB-DC0E-4FF9-A552-F02EC4F9583E}"/>
              </a:ext>
            </a:extLst>
          </p:cNvPr>
          <p:cNvPicPr>
            <a:picLocks noChangeAspect="1"/>
          </p:cNvPicPr>
          <p:nvPr/>
        </p:nvPicPr>
        <p:blipFill>
          <a:blip r:embed="rId2" cstate="screen">
            <a:extLst>
              <a:ext uri="{28A0092B-C50C-407E-A947-70E740481C1C}">
                <a14:useLocalDpi xmlns:a14="http://schemas.microsoft.com/office/drawing/2010/main"/>
              </a:ext>
            </a:extLst>
          </a:blip>
          <a:srcRect/>
          <a:stretch/>
        </p:blipFill>
        <p:spPr>
          <a:xfrm>
            <a:off x="755650" y="695625"/>
            <a:ext cx="7632700" cy="5397200"/>
          </a:xfrm>
          <a:prstGeom prst="roundRect">
            <a:avLst>
              <a:gd name="adj" fmla="val 5481"/>
            </a:avLst>
          </a:prstGeom>
        </p:spPr>
      </p:pic>
      <p:sp>
        <p:nvSpPr>
          <p:cNvPr id="5" name="Text"/>
          <p:cNvSpPr/>
          <p:nvPr/>
        </p:nvSpPr>
        <p:spPr>
          <a:xfrm>
            <a:off x="2350477" y="1228235"/>
            <a:ext cx="4741985" cy="369332"/>
          </a:xfrm>
          <a:prstGeom prst="rect">
            <a:avLst/>
          </a:prstGeom>
        </p:spPr>
        <p:txBody>
          <a:bodyPr wrap="square" lIns="0" tIns="0" rIns="0" bIns="0">
            <a:spAutoFit/>
          </a:bodyPr>
          <a:lstStyle/>
          <a:p>
            <a:pPr eaLnBrk="1" hangingPunct="1">
              <a:buFont typeface="Arial" panose="020B0604020202020204" pitchFamily="34" charset="0"/>
              <a:buNone/>
            </a:pPr>
            <a:r>
              <a:rPr lang="en-GB" altLang="en-US" sz="2400" dirty="0"/>
              <a:t>“Not I,” purred the sleepy cat.</a:t>
            </a:r>
          </a:p>
        </p:txBody>
      </p:sp>
    </p:spTree>
    <p:extLst>
      <p:ext uri="{BB962C8B-B14F-4D97-AF65-F5344CB8AC3E}">
        <p14:creationId xmlns:p14="http://schemas.microsoft.com/office/powerpoint/2010/main" val="21779774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AE0F7CDB-DC0E-4FF9-A552-F02EC4F9583E}"/>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b="-2788"/>
          <a:stretch/>
        </p:blipFill>
        <p:spPr>
          <a:xfrm>
            <a:off x="755650" y="695625"/>
            <a:ext cx="7632700" cy="5397200"/>
          </a:xfrm>
          <a:prstGeom prst="roundRect">
            <a:avLst>
              <a:gd name="adj" fmla="val 5481"/>
            </a:avLst>
          </a:prstGeom>
          <a:solidFill>
            <a:srgbClr val="AED479"/>
          </a:solidFill>
        </p:spPr>
      </p:pic>
      <p:sp>
        <p:nvSpPr>
          <p:cNvPr id="5" name="Text"/>
          <p:cNvSpPr/>
          <p:nvPr/>
        </p:nvSpPr>
        <p:spPr>
          <a:xfrm>
            <a:off x="982803" y="5558514"/>
            <a:ext cx="4601796" cy="369332"/>
          </a:xfrm>
          <a:prstGeom prst="rect">
            <a:avLst/>
          </a:prstGeom>
        </p:spPr>
        <p:txBody>
          <a:bodyPr wrap="square" lIns="0" tIns="0" rIns="0" bIns="0">
            <a:spAutoFit/>
          </a:bodyPr>
          <a:lstStyle/>
          <a:p>
            <a:pPr eaLnBrk="1" hangingPunct="1">
              <a:buFont typeface="Arial" panose="020B0604020202020204" pitchFamily="34" charset="0"/>
              <a:buNone/>
            </a:pPr>
            <a:r>
              <a:rPr lang="en-GB" altLang="en-US" sz="2400" dirty="0"/>
              <a:t>“Not I,” quacked the noisy duck.</a:t>
            </a:r>
          </a:p>
        </p:txBody>
      </p:sp>
    </p:spTree>
    <p:extLst>
      <p:ext uri="{BB962C8B-B14F-4D97-AF65-F5344CB8AC3E}">
        <p14:creationId xmlns:p14="http://schemas.microsoft.com/office/powerpoint/2010/main" val="17654224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F7C6D07D-141B-423D-A79D-41AABC9395AA}"/>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t="-5258"/>
          <a:stretch/>
        </p:blipFill>
        <p:spPr>
          <a:xfrm>
            <a:off x="755650" y="695625"/>
            <a:ext cx="7632700" cy="5397200"/>
          </a:xfrm>
          <a:prstGeom prst="roundRect">
            <a:avLst>
              <a:gd name="adj" fmla="val 5481"/>
            </a:avLst>
          </a:prstGeom>
          <a:solidFill>
            <a:srgbClr val="9DDCF9"/>
          </a:solidFill>
        </p:spPr>
      </p:pic>
      <p:sp>
        <p:nvSpPr>
          <p:cNvPr id="5" name="Text"/>
          <p:cNvSpPr/>
          <p:nvPr/>
        </p:nvSpPr>
        <p:spPr>
          <a:xfrm>
            <a:off x="5738722" y="3239927"/>
            <a:ext cx="2104985" cy="1091581"/>
          </a:xfrm>
          <a:prstGeom prst="rect">
            <a:avLst/>
          </a:prstGeom>
          <a:solidFill>
            <a:srgbClr val="F5CE62"/>
          </a:solidFill>
        </p:spPr>
        <p:txBody>
          <a:bodyPr wrap="square" lIns="0" tIns="0" rIns="0" bIns="0">
            <a:spAutoFit/>
          </a:bodyPr>
          <a:lstStyle/>
          <a:p>
            <a:pPr eaLnBrk="1" hangingPunct="1">
              <a:lnSpc>
                <a:spcPct val="120000"/>
              </a:lnSpc>
              <a:buFont typeface="Arial" panose="020B0604020202020204" pitchFamily="34" charset="0"/>
              <a:buNone/>
            </a:pPr>
            <a:r>
              <a:rPr lang="en-GB" altLang="en-US" sz="2000" dirty="0"/>
              <a:t>So the Little Red Hen cut the wheat all by herself.</a:t>
            </a:r>
          </a:p>
        </p:txBody>
      </p:sp>
      <p:sp>
        <p:nvSpPr>
          <p:cNvPr id="9" name="TextBox 8">
            <a:extLst>
              <a:ext uri="{FF2B5EF4-FFF2-40B4-BE49-F238E27FC236}">
                <a16:creationId xmlns:a16="http://schemas.microsoft.com/office/drawing/2014/main" id="{A82AC147-2862-4B65-AF88-251EF00DFA0E}"/>
              </a:ext>
            </a:extLst>
          </p:cNvPr>
          <p:cNvSpPr txBox="1"/>
          <p:nvPr/>
        </p:nvSpPr>
        <p:spPr>
          <a:xfrm>
            <a:off x="948608" y="765175"/>
            <a:ext cx="4572000" cy="400110"/>
          </a:xfrm>
          <a:prstGeom prst="rect">
            <a:avLst/>
          </a:prstGeom>
          <a:noFill/>
        </p:spPr>
        <p:txBody>
          <a:bodyPr wrap="square">
            <a:spAutoFit/>
          </a:bodyPr>
          <a:lstStyle/>
          <a:p>
            <a:r>
              <a:rPr lang="en-GB" sz="2000" dirty="0"/>
              <a:t>“Then I will,” said the Little Red Hen. </a:t>
            </a:r>
          </a:p>
        </p:txBody>
      </p:sp>
    </p:spTree>
    <p:extLst>
      <p:ext uri="{BB962C8B-B14F-4D97-AF65-F5344CB8AC3E}">
        <p14:creationId xmlns:p14="http://schemas.microsoft.com/office/powerpoint/2010/main" val="32346639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C82FC7F-4371-4A37-A703-F610A511104F}"/>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b="-19931"/>
          <a:stretch/>
        </p:blipFill>
        <p:spPr>
          <a:xfrm>
            <a:off x="755650" y="695625"/>
            <a:ext cx="7632700" cy="5397200"/>
          </a:xfrm>
          <a:prstGeom prst="roundRect">
            <a:avLst>
              <a:gd name="adj" fmla="val 5481"/>
            </a:avLst>
          </a:prstGeom>
          <a:solidFill>
            <a:srgbClr val="AE7A52"/>
          </a:solidFill>
        </p:spPr>
      </p:pic>
      <p:sp>
        <p:nvSpPr>
          <p:cNvPr id="5" name="Text"/>
          <p:cNvSpPr/>
          <p:nvPr/>
        </p:nvSpPr>
        <p:spPr>
          <a:xfrm>
            <a:off x="1074757" y="5208902"/>
            <a:ext cx="7212600" cy="722249"/>
          </a:xfrm>
          <a:prstGeom prst="rect">
            <a:avLst/>
          </a:prstGeom>
        </p:spPr>
        <p:txBody>
          <a:bodyPr wrap="square" lIns="0" tIns="0" rIns="0" bIns="0">
            <a:spAutoFit/>
          </a:bodyPr>
          <a:lstStyle/>
          <a:p>
            <a:pPr eaLnBrk="1" hangingPunct="1">
              <a:lnSpc>
                <a:spcPct val="120000"/>
              </a:lnSpc>
              <a:buFont typeface="Arial" panose="020B0604020202020204" pitchFamily="34" charset="0"/>
              <a:buNone/>
            </a:pPr>
            <a:r>
              <a:rPr lang="en-GB" altLang="en-US" sz="2000" dirty="0"/>
              <a:t>When all the wheat was cut, the Little Red Hen asked, “Who will help me take the wheat to the mill, to be made into flour?”</a:t>
            </a:r>
          </a:p>
        </p:txBody>
      </p:sp>
    </p:spTree>
    <p:extLst>
      <p:ext uri="{BB962C8B-B14F-4D97-AF65-F5344CB8AC3E}">
        <p14:creationId xmlns:p14="http://schemas.microsoft.com/office/powerpoint/2010/main" val="11999635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AE0F7CDB-DC0E-4FF9-A552-F02EC4F9583E}"/>
              </a:ext>
            </a:extLst>
          </p:cNvPr>
          <p:cNvPicPr>
            <a:picLocks noChangeAspect="1"/>
          </p:cNvPicPr>
          <p:nvPr/>
        </p:nvPicPr>
        <p:blipFill>
          <a:blip r:embed="rId2" cstate="screen">
            <a:extLst>
              <a:ext uri="{28A0092B-C50C-407E-A947-70E740481C1C}">
                <a14:useLocalDpi xmlns:a14="http://schemas.microsoft.com/office/drawing/2010/main"/>
              </a:ext>
            </a:extLst>
          </a:blip>
          <a:srcRect/>
          <a:stretch/>
        </p:blipFill>
        <p:spPr>
          <a:xfrm>
            <a:off x="755650" y="695625"/>
            <a:ext cx="7632700" cy="5397200"/>
          </a:xfrm>
          <a:prstGeom prst="roundRect">
            <a:avLst>
              <a:gd name="adj" fmla="val 5481"/>
            </a:avLst>
          </a:prstGeom>
        </p:spPr>
      </p:pic>
      <p:sp>
        <p:nvSpPr>
          <p:cNvPr id="5" name="Text"/>
          <p:cNvSpPr/>
          <p:nvPr/>
        </p:nvSpPr>
        <p:spPr>
          <a:xfrm>
            <a:off x="5574322" y="4850666"/>
            <a:ext cx="2514601" cy="738664"/>
          </a:xfrm>
          <a:prstGeom prst="rect">
            <a:avLst/>
          </a:prstGeom>
        </p:spPr>
        <p:txBody>
          <a:bodyPr wrap="square" lIns="0" tIns="0" rIns="0" bIns="0">
            <a:spAutoFit/>
          </a:bodyPr>
          <a:lstStyle/>
          <a:p>
            <a:pPr eaLnBrk="1" hangingPunct="1">
              <a:buFont typeface="Arial" panose="020B0604020202020204" pitchFamily="34" charset="0"/>
              <a:buNone/>
            </a:pPr>
            <a:r>
              <a:rPr lang="en-GB" altLang="en-US" sz="2400" dirty="0"/>
              <a:t>“Not I,” barked the lazy dog.</a:t>
            </a:r>
          </a:p>
        </p:txBody>
      </p:sp>
    </p:spTree>
    <p:extLst>
      <p:ext uri="{BB962C8B-B14F-4D97-AF65-F5344CB8AC3E}">
        <p14:creationId xmlns:p14="http://schemas.microsoft.com/office/powerpoint/2010/main" val="22152486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AE0F7CDB-DC0E-4FF9-A552-F02EC4F9583E}"/>
              </a:ext>
            </a:extLst>
          </p:cNvPr>
          <p:cNvPicPr>
            <a:picLocks noChangeAspect="1"/>
          </p:cNvPicPr>
          <p:nvPr/>
        </p:nvPicPr>
        <p:blipFill>
          <a:blip r:embed="rId2" cstate="screen">
            <a:extLst>
              <a:ext uri="{28A0092B-C50C-407E-A947-70E740481C1C}">
                <a14:useLocalDpi xmlns:a14="http://schemas.microsoft.com/office/drawing/2010/main"/>
              </a:ext>
            </a:extLst>
          </a:blip>
          <a:srcRect/>
          <a:stretch/>
        </p:blipFill>
        <p:spPr>
          <a:xfrm>
            <a:off x="755650" y="695625"/>
            <a:ext cx="7632700" cy="5397200"/>
          </a:xfrm>
          <a:prstGeom prst="roundRect">
            <a:avLst>
              <a:gd name="adj" fmla="val 5481"/>
            </a:avLst>
          </a:prstGeom>
        </p:spPr>
      </p:pic>
      <p:sp>
        <p:nvSpPr>
          <p:cNvPr id="5" name="Text"/>
          <p:cNvSpPr/>
          <p:nvPr/>
        </p:nvSpPr>
        <p:spPr>
          <a:xfrm>
            <a:off x="2350477" y="1228235"/>
            <a:ext cx="4741985" cy="369332"/>
          </a:xfrm>
          <a:prstGeom prst="rect">
            <a:avLst/>
          </a:prstGeom>
        </p:spPr>
        <p:txBody>
          <a:bodyPr wrap="square" lIns="0" tIns="0" rIns="0" bIns="0">
            <a:spAutoFit/>
          </a:bodyPr>
          <a:lstStyle/>
          <a:p>
            <a:pPr eaLnBrk="1" hangingPunct="1">
              <a:buFont typeface="Arial" panose="020B0604020202020204" pitchFamily="34" charset="0"/>
              <a:buNone/>
            </a:pPr>
            <a:r>
              <a:rPr lang="en-GB" altLang="en-US" sz="2400" dirty="0"/>
              <a:t>“Not I,” purred the sleepy cat.</a:t>
            </a:r>
          </a:p>
        </p:txBody>
      </p:sp>
    </p:spTree>
    <p:extLst>
      <p:ext uri="{BB962C8B-B14F-4D97-AF65-F5344CB8AC3E}">
        <p14:creationId xmlns:p14="http://schemas.microsoft.com/office/powerpoint/2010/main" val="30562342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AE0F7CDB-DC0E-4FF9-A552-F02EC4F9583E}"/>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b="-2013"/>
          <a:stretch/>
        </p:blipFill>
        <p:spPr>
          <a:xfrm>
            <a:off x="755650" y="695625"/>
            <a:ext cx="7632700" cy="5397200"/>
          </a:xfrm>
          <a:prstGeom prst="roundRect">
            <a:avLst>
              <a:gd name="adj" fmla="val 5481"/>
            </a:avLst>
          </a:prstGeom>
          <a:solidFill>
            <a:srgbClr val="AED479"/>
          </a:solidFill>
        </p:spPr>
      </p:pic>
      <p:sp>
        <p:nvSpPr>
          <p:cNvPr id="5" name="Text"/>
          <p:cNvSpPr/>
          <p:nvPr/>
        </p:nvSpPr>
        <p:spPr>
          <a:xfrm>
            <a:off x="982803" y="5558514"/>
            <a:ext cx="4601796" cy="369332"/>
          </a:xfrm>
          <a:prstGeom prst="rect">
            <a:avLst/>
          </a:prstGeom>
        </p:spPr>
        <p:txBody>
          <a:bodyPr wrap="square" lIns="0" tIns="0" rIns="0" bIns="0">
            <a:spAutoFit/>
          </a:bodyPr>
          <a:lstStyle/>
          <a:p>
            <a:pPr eaLnBrk="1" hangingPunct="1">
              <a:buFont typeface="Arial" panose="020B0604020202020204" pitchFamily="34" charset="0"/>
              <a:buNone/>
            </a:pPr>
            <a:r>
              <a:rPr lang="en-GB" altLang="en-US" sz="2400" dirty="0"/>
              <a:t>“Not I,” quacked the noisy duck.</a:t>
            </a:r>
          </a:p>
        </p:txBody>
      </p:sp>
    </p:spTree>
    <p:extLst>
      <p:ext uri="{BB962C8B-B14F-4D97-AF65-F5344CB8AC3E}">
        <p14:creationId xmlns:p14="http://schemas.microsoft.com/office/powerpoint/2010/main" val="9340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B23A72D3-AC6B-4742-BEEF-FF4D9A8278EE}"/>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b="-26910"/>
          <a:stretch/>
        </p:blipFill>
        <p:spPr>
          <a:xfrm>
            <a:off x="755650" y="695625"/>
            <a:ext cx="7632700" cy="5397200"/>
          </a:xfrm>
          <a:prstGeom prst="roundRect">
            <a:avLst>
              <a:gd name="adj" fmla="val 5481"/>
            </a:avLst>
          </a:prstGeom>
          <a:solidFill>
            <a:srgbClr val="C0A681"/>
          </a:solidFill>
        </p:spPr>
      </p:pic>
      <p:sp>
        <p:nvSpPr>
          <p:cNvPr id="5" name="Text"/>
          <p:cNvSpPr/>
          <p:nvPr/>
        </p:nvSpPr>
        <p:spPr>
          <a:xfrm>
            <a:off x="956345" y="4718103"/>
            <a:ext cx="4169327" cy="1107996"/>
          </a:xfrm>
          <a:prstGeom prst="rect">
            <a:avLst/>
          </a:prstGeom>
        </p:spPr>
        <p:txBody>
          <a:bodyPr wrap="square" lIns="0" tIns="0" rIns="0" bIns="0">
            <a:spAutoFit/>
          </a:bodyPr>
          <a:lstStyle/>
          <a:p>
            <a:pPr eaLnBrk="1" hangingPunct="1">
              <a:buFont typeface="Arial" panose="020B0604020202020204" pitchFamily="34" charset="0"/>
              <a:buNone/>
            </a:pPr>
            <a:r>
              <a:rPr lang="en-GB" altLang="en-US" dirty="0"/>
              <a:t>“Then I will,” said the Little Red Hen. So the Little Red Hen took the wheat to the mill, ground the wheat into flour, and carried it back to the farm all by herself.</a:t>
            </a:r>
          </a:p>
        </p:txBody>
      </p:sp>
      <p:sp>
        <p:nvSpPr>
          <p:cNvPr id="8" name="TextBox 7">
            <a:extLst>
              <a:ext uri="{FF2B5EF4-FFF2-40B4-BE49-F238E27FC236}">
                <a16:creationId xmlns:a16="http://schemas.microsoft.com/office/drawing/2014/main" id="{A25E5D4F-7439-452E-A5A2-A8E6A2467EDA}"/>
              </a:ext>
            </a:extLst>
          </p:cNvPr>
          <p:cNvSpPr txBox="1"/>
          <p:nvPr/>
        </p:nvSpPr>
        <p:spPr>
          <a:xfrm>
            <a:off x="5561260" y="4625770"/>
            <a:ext cx="2760620" cy="1200329"/>
          </a:xfrm>
          <a:prstGeom prst="rect">
            <a:avLst/>
          </a:prstGeom>
          <a:noFill/>
        </p:spPr>
        <p:txBody>
          <a:bodyPr wrap="square">
            <a:spAutoFit/>
          </a:bodyPr>
          <a:lstStyle/>
          <a:p>
            <a:r>
              <a:rPr lang="en-GB" dirty="0"/>
              <a:t>By now, the Little Red Hen was tired. “Who will help me bake the bread?” asked Little Red Hen.</a:t>
            </a:r>
          </a:p>
        </p:txBody>
      </p:sp>
    </p:spTree>
    <p:extLst>
      <p:ext uri="{BB962C8B-B14F-4D97-AF65-F5344CB8AC3E}">
        <p14:creationId xmlns:p14="http://schemas.microsoft.com/office/powerpoint/2010/main" val="15219975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BC6C98AB-C56E-46A8-8746-F3B5F2376EF2}"/>
              </a:ext>
            </a:extLst>
          </p:cNvPr>
          <p:cNvPicPr>
            <a:picLocks noChangeAspect="1"/>
          </p:cNvPicPr>
          <p:nvPr/>
        </p:nvPicPr>
        <p:blipFill>
          <a:blip r:embed="rId2" cstate="screen">
            <a:extLst>
              <a:ext uri="{28A0092B-C50C-407E-A947-70E740481C1C}">
                <a14:useLocalDpi xmlns:a14="http://schemas.microsoft.com/office/drawing/2010/main"/>
              </a:ext>
            </a:extLst>
          </a:blip>
          <a:srcRect/>
          <a:stretch/>
        </p:blipFill>
        <p:spPr>
          <a:xfrm>
            <a:off x="755650" y="695625"/>
            <a:ext cx="7632700" cy="5397200"/>
          </a:xfrm>
          <a:prstGeom prst="roundRect">
            <a:avLst>
              <a:gd name="adj" fmla="val 5481"/>
            </a:avLst>
          </a:prstGeom>
          <a:solidFill>
            <a:srgbClr val="AED479"/>
          </a:solidFill>
        </p:spPr>
      </p:pic>
      <p:sp>
        <p:nvSpPr>
          <p:cNvPr id="5" name="Text"/>
          <p:cNvSpPr/>
          <p:nvPr/>
        </p:nvSpPr>
        <p:spPr>
          <a:xfrm>
            <a:off x="5976994" y="4666108"/>
            <a:ext cx="2514601" cy="738664"/>
          </a:xfrm>
          <a:prstGeom prst="rect">
            <a:avLst/>
          </a:prstGeom>
        </p:spPr>
        <p:txBody>
          <a:bodyPr wrap="square" lIns="0" tIns="0" rIns="0" bIns="0">
            <a:spAutoFit/>
          </a:bodyPr>
          <a:lstStyle/>
          <a:p>
            <a:pPr eaLnBrk="1" hangingPunct="1">
              <a:buFont typeface="Arial" panose="020B0604020202020204" pitchFamily="34" charset="0"/>
              <a:buNone/>
            </a:pPr>
            <a:r>
              <a:rPr lang="en-GB" altLang="en-US" sz="2400" dirty="0"/>
              <a:t>“Not I,” barked the lazy dog.</a:t>
            </a:r>
          </a:p>
        </p:txBody>
      </p:sp>
    </p:spTree>
    <p:extLst>
      <p:ext uri="{BB962C8B-B14F-4D97-AF65-F5344CB8AC3E}">
        <p14:creationId xmlns:p14="http://schemas.microsoft.com/office/powerpoint/2010/main" val="8980974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E35482E-24B5-4988-8F4E-6C98BF0F706B}"/>
              </a:ext>
            </a:extLst>
          </p:cNvPr>
          <p:cNvPicPr>
            <a:picLocks noChangeAspect="1"/>
          </p:cNvPicPr>
          <p:nvPr/>
        </p:nvPicPr>
        <p:blipFill>
          <a:blip r:embed="rId2" cstate="screen">
            <a:extLst>
              <a:ext uri="{28A0092B-C50C-407E-A947-70E740481C1C}">
                <a14:useLocalDpi xmlns:a14="http://schemas.microsoft.com/office/drawing/2010/main"/>
              </a:ext>
            </a:extLst>
          </a:blip>
          <a:srcRect/>
          <a:stretch/>
        </p:blipFill>
        <p:spPr>
          <a:xfrm>
            <a:off x="755650" y="695625"/>
            <a:ext cx="7632700" cy="5397200"/>
          </a:xfrm>
          <a:prstGeom prst="roundRect">
            <a:avLst>
              <a:gd name="adj" fmla="val 5481"/>
            </a:avLst>
          </a:prstGeom>
          <a:solidFill>
            <a:srgbClr val="AED479"/>
          </a:solidFill>
        </p:spPr>
      </p:pic>
      <p:sp>
        <p:nvSpPr>
          <p:cNvPr id="5" name="Text"/>
          <p:cNvSpPr/>
          <p:nvPr/>
        </p:nvSpPr>
        <p:spPr>
          <a:xfrm>
            <a:off x="2350477" y="1228235"/>
            <a:ext cx="4741985" cy="369332"/>
          </a:xfrm>
          <a:prstGeom prst="rect">
            <a:avLst/>
          </a:prstGeom>
        </p:spPr>
        <p:txBody>
          <a:bodyPr wrap="square" lIns="0" tIns="0" rIns="0" bIns="0">
            <a:spAutoFit/>
          </a:bodyPr>
          <a:lstStyle/>
          <a:p>
            <a:pPr eaLnBrk="1" hangingPunct="1">
              <a:buFont typeface="Arial" panose="020B0604020202020204" pitchFamily="34" charset="0"/>
              <a:buNone/>
            </a:pPr>
            <a:r>
              <a:rPr lang="en-GB" altLang="en-US" sz="2400" dirty="0"/>
              <a:t>“Not I,” purred the sleepy cat.</a:t>
            </a:r>
          </a:p>
        </p:txBody>
      </p:sp>
    </p:spTree>
    <p:extLst>
      <p:ext uri="{BB962C8B-B14F-4D97-AF65-F5344CB8AC3E}">
        <p14:creationId xmlns:p14="http://schemas.microsoft.com/office/powerpoint/2010/main" val="38598706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4315B5E-0F6A-9F06-6D61-18E501239061}"/>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b="-2788"/>
          <a:stretch/>
        </p:blipFill>
        <p:spPr>
          <a:xfrm>
            <a:off x="755650" y="695625"/>
            <a:ext cx="7632700" cy="5397200"/>
          </a:xfrm>
          <a:prstGeom prst="roundRect">
            <a:avLst>
              <a:gd name="adj" fmla="val 5481"/>
            </a:avLst>
          </a:prstGeom>
          <a:solidFill>
            <a:srgbClr val="AED479"/>
          </a:solidFill>
        </p:spPr>
      </p:pic>
      <p:sp>
        <p:nvSpPr>
          <p:cNvPr id="5" name="Text"/>
          <p:cNvSpPr/>
          <p:nvPr/>
        </p:nvSpPr>
        <p:spPr>
          <a:xfrm>
            <a:off x="982803" y="5558514"/>
            <a:ext cx="4601796" cy="369332"/>
          </a:xfrm>
          <a:prstGeom prst="rect">
            <a:avLst/>
          </a:prstGeom>
        </p:spPr>
        <p:txBody>
          <a:bodyPr wrap="square" lIns="0" tIns="0" rIns="0" bIns="0">
            <a:spAutoFit/>
          </a:bodyPr>
          <a:lstStyle/>
          <a:p>
            <a:pPr eaLnBrk="1" hangingPunct="1">
              <a:buFont typeface="Arial" panose="020B0604020202020204" pitchFamily="34" charset="0"/>
              <a:buNone/>
            </a:pPr>
            <a:r>
              <a:rPr lang="en-GB" altLang="en-US" sz="2400" dirty="0"/>
              <a:t>“Not I,” quacked the noisy duck.</a:t>
            </a:r>
          </a:p>
        </p:txBody>
      </p:sp>
    </p:spTree>
    <p:extLst>
      <p:ext uri="{BB962C8B-B14F-4D97-AF65-F5344CB8AC3E}">
        <p14:creationId xmlns:p14="http://schemas.microsoft.com/office/powerpoint/2010/main" val="41246988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8344900-EAFE-B68B-72BF-D54E9C710FFD}"/>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t="-5809"/>
          <a:stretch/>
        </p:blipFill>
        <p:spPr>
          <a:xfrm>
            <a:off x="755650" y="695625"/>
            <a:ext cx="7632700" cy="5397200"/>
          </a:xfrm>
          <a:prstGeom prst="roundRect">
            <a:avLst>
              <a:gd name="adj" fmla="val 5481"/>
            </a:avLst>
          </a:prstGeom>
          <a:solidFill>
            <a:srgbClr val="FDC68A"/>
          </a:solidFill>
        </p:spPr>
      </p:pic>
      <p:sp>
        <p:nvSpPr>
          <p:cNvPr id="5" name="Text"/>
          <p:cNvSpPr/>
          <p:nvPr/>
        </p:nvSpPr>
        <p:spPr>
          <a:xfrm>
            <a:off x="1106202" y="785283"/>
            <a:ext cx="6931596" cy="615553"/>
          </a:xfrm>
          <a:prstGeom prst="rect">
            <a:avLst/>
          </a:prstGeom>
        </p:spPr>
        <p:txBody>
          <a:bodyPr wrap="square" lIns="0" tIns="0" rIns="0" bIns="0">
            <a:spAutoFit/>
          </a:bodyPr>
          <a:lstStyle/>
          <a:p>
            <a:pPr eaLnBrk="1" hangingPunct="1">
              <a:buFont typeface="Arial" panose="020B0604020202020204" pitchFamily="34" charset="0"/>
              <a:buNone/>
            </a:pPr>
            <a:r>
              <a:rPr lang="en-GB" altLang="en-US" sz="2000" dirty="0"/>
              <a:t>“Then I will,” said the Little Red Hen. </a:t>
            </a:r>
          </a:p>
          <a:p>
            <a:pPr eaLnBrk="1" hangingPunct="1">
              <a:buFont typeface="Arial" panose="020B0604020202020204" pitchFamily="34" charset="0"/>
              <a:buNone/>
            </a:pPr>
            <a:r>
              <a:rPr lang="en-GB" altLang="en-US" sz="2000" dirty="0"/>
              <a:t>So the Little Red Hen baked the bread all by herself. </a:t>
            </a:r>
          </a:p>
        </p:txBody>
      </p:sp>
      <p:sp>
        <p:nvSpPr>
          <p:cNvPr id="6" name="TextBox 5">
            <a:extLst>
              <a:ext uri="{FF2B5EF4-FFF2-40B4-BE49-F238E27FC236}">
                <a16:creationId xmlns:a16="http://schemas.microsoft.com/office/drawing/2014/main" id="{15B4F403-430B-86B9-2992-5B6868523C39}"/>
              </a:ext>
            </a:extLst>
          </p:cNvPr>
          <p:cNvSpPr txBox="1"/>
          <p:nvPr/>
        </p:nvSpPr>
        <p:spPr>
          <a:xfrm>
            <a:off x="5082116" y="2803793"/>
            <a:ext cx="2893484" cy="1323439"/>
          </a:xfrm>
          <a:prstGeom prst="rect">
            <a:avLst/>
          </a:prstGeom>
          <a:solidFill>
            <a:srgbClr val="DEDACA"/>
          </a:solidFill>
        </p:spPr>
        <p:txBody>
          <a:bodyPr wrap="square">
            <a:spAutoFit/>
          </a:bodyPr>
          <a:lstStyle/>
          <a:p>
            <a:r>
              <a:rPr lang="en-GB" altLang="en-US" sz="2000" dirty="0"/>
              <a:t>When the bread was finished, the Little Red Hen asked, “Who will help me eat the bread?”</a:t>
            </a:r>
            <a:endParaRPr lang="en-GB" sz="2000" dirty="0"/>
          </a:p>
        </p:txBody>
      </p:sp>
    </p:spTree>
    <p:extLst>
      <p:ext uri="{BB962C8B-B14F-4D97-AF65-F5344CB8AC3E}">
        <p14:creationId xmlns:p14="http://schemas.microsoft.com/office/powerpoint/2010/main" val="30500386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E09829B-1505-2AB9-B0C9-93B992386C51}"/>
              </a:ext>
            </a:extLst>
          </p:cNvPr>
          <p:cNvPicPr>
            <a:picLocks noChangeAspect="1"/>
          </p:cNvPicPr>
          <p:nvPr/>
        </p:nvPicPr>
        <p:blipFill>
          <a:blip r:embed="rId2" cstate="screen">
            <a:extLst>
              <a:ext uri="{28A0092B-C50C-407E-A947-70E740481C1C}">
                <a14:useLocalDpi xmlns:a14="http://schemas.microsoft.com/office/drawing/2010/main"/>
              </a:ext>
            </a:extLst>
          </a:blip>
          <a:srcRect/>
          <a:stretch/>
        </p:blipFill>
        <p:spPr>
          <a:xfrm>
            <a:off x="755650" y="695625"/>
            <a:ext cx="7632700" cy="5397200"/>
          </a:xfrm>
          <a:prstGeom prst="roundRect">
            <a:avLst>
              <a:gd name="adj" fmla="val 5481"/>
            </a:avLst>
          </a:prstGeom>
          <a:solidFill>
            <a:srgbClr val="FDC68A"/>
          </a:solidFill>
        </p:spPr>
      </p:pic>
      <p:sp>
        <p:nvSpPr>
          <p:cNvPr id="5" name="Text"/>
          <p:cNvSpPr/>
          <p:nvPr/>
        </p:nvSpPr>
        <p:spPr>
          <a:xfrm>
            <a:off x="5574322" y="4850666"/>
            <a:ext cx="2514601" cy="738664"/>
          </a:xfrm>
          <a:prstGeom prst="rect">
            <a:avLst/>
          </a:prstGeom>
        </p:spPr>
        <p:txBody>
          <a:bodyPr wrap="square" lIns="0" tIns="0" rIns="0" bIns="0">
            <a:spAutoFit/>
          </a:bodyPr>
          <a:lstStyle/>
          <a:p>
            <a:pPr eaLnBrk="1" hangingPunct="1">
              <a:buFont typeface="Arial" panose="020B0604020202020204" pitchFamily="34" charset="0"/>
              <a:buNone/>
            </a:pPr>
            <a:r>
              <a:rPr lang="en-GB" altLang="en-US" sz="2400" dirty="0"/>
              <a:t>“I will,” barked the lazy dog.</a:t>
            </a:r>
          </a:p>
        </p:txBody>
      </p:sp>
    </p:spTree>
    <p:extLst>
      <p:ext uri="{BB962C8B-B14F-4D97-AF65-F5344CB8AC3E}">
        <p14:creationId xmlns:p14="http://schemas.microsoft.com/office/powerpoint/2010/main" val="31183475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08B342E-98DD-454F-1314-13A80447CC08}"/>
              </a:ext>
            </a:extLst>
          </p:cNvPr>
          <p:cNvPicPr>
            <a:picLocks noChangeAspect="1"/>
          </p:cNvPicPr>
          <p:nvPr/>
        </p:nvPicPr>
        <p:blipFill>
          <a:blip r:embed="rId2" cstate="screen">
            <a:extLst>
              <a:ext uri="{28A0092B-C50C-407E-A947-70E740481C1C}">
                <a14:useLocalDpi xmlns:a14="http://schemas.microsoft.com/office/drawing/2010/main"/>
              </a:ext>
            </a:extLst>
          </a:blip>
          <a:srcRect/>
          <a:stretch/>
        </p:blipFill>
        <p:spPr>
          <a:xfrm>
            <a:off x="755650" y="695625"/>
            <a:ext cx="7632700" cy="5397200"/>
          </a:xfrm>
          <a:prstGeom prst="roundRect">
            <a:avLst>
              <a:gd name="adj" fmla="val 5481"/>
            </a:avLst>
          </a:prstGeom>
          <a:solidFill>
            <a:srgbClr val="FDC68A"/>
          </a:solidFill>
        </p:spPr>
      </p:pic>
      <p:sp>
        <p:nvSpPr>
          <p:cNvPr id="5" name="Text"/>
          <p:cNvSpPr/>
          <p:nvPr/>
        </p:nvSpPr>
        <p:spPr>
          <a:xfrm>
            <a:off x="2350477" y="1228235"/>
            <a:ext cx="4741985" cy="369332"/>
          </a:xfrm>
          <a:prstGeom prst="rect">
            <a:avLst/>
          </a:prstGeom>
        </p:spPr>
        <p:txBody>
          <a:bodyPr wrap="square" lIns="0" tIns="0" rIns="0" bIns="0">
            <a:spAutoFit/>
          </a:bodyPr>
          <a:lstStyle/>
          <a:p>
            <a:pPr eaLnBrk="1" hangingPunct="1">
              <a:buFont typeface="Arial" panose="020B0604020202020204" pitchFamily="34" charset="0"/>
              <a:buNone/>
            </a:pPr>
            <a:r>
              <a:rPr lang="en-GB" altLang="en-US" sz="2400" dirty="0"/>
              <a:t>“I will,” purred the sleepy cat.</a:t>
            </a:r>
          </a:p>
        </p:txBody>
      </p:sp>
    </p:spTree>
    <p:extLst>
      <p:ext uri="{BB962C8B-B14F-4D97-AF65-F5344CB8AC3E}">
        <p14:creationId xmlns:p14="http://schemas.microsoft.com/office/powerpoint/2010/main" val="9803533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28D9CE5-A9E5-5404-222E-631A18C5027C}"/>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b="-4132"/>
          <a:stretch/>
        </p:blipFill>
        <p:spPr>
          <a:xfrm>
            <a:off x="755650" y="695625"/>
            <a:ext cx="7632700" cy="5397200"/>
          </a:xfrm>
          <a:prstGeom prst="roundRect">
            <a:avLst>
              <a:gd name="adj" fmla="val 5481"/>
            </a:avLst>
          </a:prstGeom>
          <a:solidFill>
            <a:srgbClr val="AED479"/>
          </a:solidFill>
        </p:spPr>
      </p:pic>
      <p:sp>
        <p:nvSpPr>
          <p:cNvPr id="5" name="Text"/>
          <p:cNvSpPr/>
          <p:nvPr/>
        </p:nvSpPr>
        <p:spPr>
          <a:xfrm>
            <a:off x="999736" y="5558514"/>
            <a:ext cx="4601796" cy="369332"/>
          </a:xfrm>
          <a:prstGeom prst="rect">
            <a:avLst/>
          </a:prstGeom>
        </p:spPr>
        <p:txBody>
          <a:bodyPr wrap="square" lIns="0" tIns="0" rIns="0" bIns="0">
            <a:spAutoFit/>
          </a:bodyPr>
          <a:lstStyle/>
          <a:p>
            <a:pPr eaLnBrk="1" hangingPunct="1">
              <a:buFont typeface="Arial" panose="020B0604020202020204" pitchFamily="34" charset="0"/>
              <a:buNone/>
            </a:pPr>
            <a:r>
              <a:rPr lang="en-GB" altLang="en-US" sz="2400" dirty="0"/>
              <a:t>“I will,” quacked the noisy duck.</a:t>
            </a:r>
          </a:p>
        </p:txBody>
      </p:sp>
    </p:spTree>
    <p:extLst>
      <p:ext uri="{BB962C8B-B14F-4D97-AF65-F5344CB8AC3E}">
        <p14:creationId xmlns:p14="http://schemas.microsoft.com/office/powerpoint/2010/main" val="21137420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3006789-EFB9-4F81-B12D-5774C4562FEB}"/>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b="-7597"/>
          <a:stretch/>
        </p:blipFill>
        <p:spPr>
          <a:xfrm>
            <a:off x="755650" y="695625"/>
            <a:ext cx="7632700" cy="5397200"/>
          </a:xfrm>
          <a:prstGeom prst="roundRect">
            <a:avLst>
              <a:gd name="adj" fmla="val 5481"/>
            </a:avLst>
          </a:prstGeom>
          <a:solidFill>
            <a:srgbClr val="AED479"/>
          </a:solidFill>
        </p:spPr>
      </p:pic>
      <p:sp>
        <p:nvSpPr>
          <p:cNvPr id="5" name="Text"/>
          <p:cNvSpPr/>
          <p:nvPr/>
        </p:nvSpPr>
        <p:spPr>
          <a:xfrm>
            <a:off x="2702546" y="3086448"/>
            <a:ext cx="2087568" cy="615553"/>
          </a:xfrm>
          <a:prstGeom prst="rect">
            <a:avLst/>
          </a:prstGeom>
          <a:solidFill>
            <a:srgbClr val="AED479"/>
          </a:solidFill>
        </p:spPr>
        <p:txBody>
          <a:bodyPr wrap="square" lIns="0" tIns="0" rIns="0" bIns="0">
            <a:spAutoFit/>
          </a:bodyPr>
          <a:lstStyle/>
          <a:p>
            <a:pPr eaLnBrk="1" hangingPunct="1">
              <a:buFont typeface="Arial" panose="020B0604020202020204" pitchFamily="34" charset="0"/>
              <a:buNone/>
            </a:pPr>
            <a:r>
              <a:rPr lang="en-GB" altLang="en-US" sz="2000" dirty="0"/>
              <a:t>“No, I will!” said the Little Red Hen.</a:t>
            </a:r>
          </a:p>
        </p:txBody>
      </p:sp>
      <p:sp>
        <p:nvSpPr>
          <p:cNvPr id="6" name="TextBox 5">
            <a:extLst>
              <a:ext uri="{FF2B5EF4-FFF2-40B4-BE49-F238E27FC236}">
                <a16:creationId xmlns:a16="http://schemas.microsoft.com/office/drawing/2014/main" id="{CE52E436-01FC-478E-A8F1-AB68743EBC72}"/>
              </a:ext>
            </a:extLst>
          </p:cNvPr>
          <p:cNvSpPr txBox="1"/>
          <p:nvPr/>
        </p:nvSpPr>
        <p:spPr>
          <a:xfrm>
            <a:off x="1075082" y="5567535"/>
            <a:ext cx="5736780" cy="400110"/>
          </a:xfrm>
          <a:prstGeom prst="rect">
            <a:avLst/>
          </a:prstGeom>
          <a:solidFill>
            <a:srgbClr val="AED479"/>
          </a:solidFill>
        </p:spPr>
        <p:txBody>
          <a:bodyPr wrap="square">
            <a:spAutoFit/>
          </a:bodyPr>
          <a:lstStyle/>
          <a:p>
            <a:r>
              <a:rPr lang="en-GB" altLang="en-US" sz="2000" dirty="0"/>
              <a:t>So the Little Red Hen ate the bread all by herself.</a:t>
            </a:r>
            <a:endParaRPr lang="en-GB" sz="2000" dirty="0"/>
          </a:p>
        </p:txBody>
      </p:sp>
    </p:spTree>
    <p:extLst>
      <p:ext uri="{BB962C8B-B14F-4D97-AF65-F5344CB8AC3E}">
        <p14:creationId xmlns:p14="http://schemas.microsoft.com/office/powerpoint/2010/main" val="31913469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368893146"/>
      </p:ext>
    </p:extLst>
  </p:cSld>
  <p:clrMapOvr>
    <a:masterClrMapping/>
  </p:clrMapOvr>
</p:sld>
</file>

<file path=ppt/theme/theme1.xml><?xml version="1.0" encoding="utf-8"?>
<a:theme xmlns:a="http://schemas.openxmlformats.org/drawingml/2006/main" name="Slide Layouts">
  <a:themeElements>
    <a:clrScheme name="Twinkl Template">
      <a:dk1>
        <a:srgbClr val="1C1C1C"/>
      </a:dk1>
      <a:lt1>
        <a:sysClr val="window" lastClr="FFFFFF"/>
      </a:lt1>
      <a:dk2>
        <a:srgbClr val="4A4A4A"/>
      </a:dk2>
      <a:lt2>
        <a:srgbClr val="F4F2F2"/>
      </a:lt2>
      <a:accent1>
        <a:srgbClr val="E34192"/>
      </a:accent1>
      <a:accent2>
        <a:srgbClr val="EB8634"/>
      </a:accent2>
      <a:accent3>
        <a:srgbClr val="E6C734"/>
      </a:accent3>
      <a:accent4>
        <a:srgbClr val="79AD42"/>
      </a:accent4>
      <a:accent5>
        <a:srgbClr val="23A7F9"/>
      </a:accent5>
      <a:accent6>
        <a:srgbClr val="954EBE"/>
      </a:accent6>
      <a:hlink>
        <a:srgbClr val="23A7F9"/>
      </a:hlink>
      <a:folHlink>
        <a:srgbClr val="757070"/>
      </a:folHlink>
    </a:clrScheme>
    <a:fontScheme name="Custom 1">
      <a:majorFont>
        <a:latin typeface="Twinkl Bold"/>
        <a:ea typeface=""/>
        <a:cs typeface=""/>
      </a:majorFont>
      <a:minorFont>
        <a:latin typeface="Twinkl"/>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18A0DB"/>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PowerPoint Template" id="{AEAE8EFC-84E1-44A5-B19D-1CAE340B02B6}" vid="{010B92F8-2E9D-4993-ABC6-5071BBCC9E2D}"/>
    </a:ext>
  </a:extLst>
</a:theme>
</file>

<file path=ppt/theme/theme2.xml><?xml version="1.0" encoding="utf-8"?>
<a:theme xmlns:a="http://schemas.openxmlformats.org/drawingml/2006/main" name="Disclaimers/Guidan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owerPoint Template" id="{AEAE8EFC-84E1-44A5-B19D-1CAE340B02B6}" vid="{1AD28E7D-A90E-4DFD-B834-C66F360CCA36}"/>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PowerPoint Template</Template>
  <TotalTime>1347</TotalTime>
  <Words>440</Words>
  <Application>Microsoft Office PowerPoint</Application>
  <PresentationFormat>On-screen Show (4:3)</PresentationFormat>
  <Paragraphs>34</Paragraphs>
  <Slides>29</Slides>
  <Notes>0</Notes>
  <HiddenSlides>0</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29</vt:i4>
      </vt:variant>
    </vt:vector>
  </HeadingPairs>
  <TitlesOfParts>
    <vt:vector size="35" baseType="lpstr">
      <vt:lpstr>Roboto</vt:lpstr>
      <vt:lpstr>Calibri</vt:lpstr>
      <vt:lpstr>Twinkl</vt:lpstr>
      <vt:lpstr>Arial</vt:lpstr>
      <vt:lpstr>Slide Layouts</vt:lpstr>
      <vt:lpstr>Disclaimers/Guidance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Twinkl Ltd</dc:creator>
  <cp:lastModifiedBy>Twinkl Ltd</cp:lastModifiedBy>
  <cp:revision>28</cp:revision>
  <dcterms:created xsi:type="dcterms:W3CDTF">2022-06-07T15:45:47Z</dcterms:created>
  <dcterms:modified xsi:type="dcterms:W3CDTF">2022-06-14T10:01:02Z</dcterms:modified>
</cp:coreProperties>
</file>